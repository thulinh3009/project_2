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6" r:id="rId2"/>
    <p:sldId id="311" r:id="rId3"/>
    <p:sldId id="323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81" r:id="rId13"/>
    <p:sldId id="380" r:id="rId14"/>
    <p:sldId id="357" r:id="rId15"/>
    <p:sldId id="297" r:id="rId16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FB2C2-463B-4D39-9617-1E9D3D066AF9}" v="444" dt="2026-04-02T00:52:59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581" y="82"/>
      </p:cViewPr>
      <p:guideLst>
        <p:guide orient="horz" pos="216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Ngọc Lành" userId="8e0c50ca425b090c" providerId="LiveId" clId="{3598AC43-F96F-4B7B-9753-863815C9274C}"/>
    <pc:docChg chg="undo custSel addSld delSld modSld sldOrd">
      <pc:chgData name="Lê Ngọc Lành" userId="8e0c50ca425b090c" providerId="LiveId" clId="{3598AC43-F96F-4B7B-9753-863815C9274C}" dt="2026-04-02T01:09:12.976" v="3082" actId="20577"/>
      <pc:docMkLst>
        <pc:docMk/>
      </pc:docMkLst>
      <pc:sldChg chg="modSp mod">
        <pc:chgData name="Lê Ngọc Lành" userId="8e0c50ca425b090c" providerId="LiveId" clId="{3598AC43-F96F-4B7B-9753-863815C9274C}" dt="2026-04-01T01:10:47.461" v="535" actId="113"/>
        <pc:sldMkLst>
          <pc:docMk/>
          <pc:sldMk cId="0" sldId="286"/>
        </pc:sldMkLst>
        <pc:spChg chg="mod">
          <ac:chgData name="Lê Ngọc Lành" userId="8e0c50ca425b090c" providerId="LiveId" clId="{3598AC43-F96F-4B7B-9753-863815C9274C}" dt="2026-03-31T07:47:04.704" v="1" actId="255"/>
          <ac:spMkLst>
            <pc:docMk/>
            <pc:sldMk cId="0" sldId="286"/>
            <ac:spMk id="2" creationId="{00000000-0000-0000-0000-000000000000}"/>
          </ac:spMkLst>
        </pc:spChg>
        <pc:spChg chg="mod">
          <ac:chgData name="Lê Ngọc Lành" userId="8e0c50ca425b090c" providerId="LiveId" clId="{3598AC43-F96F-4B7B-9753-863815C9274C}" dt="2026-04-01T01:10:47.461" v="535" actId="113"/>
          <ac:spMkLst>
            <pc:docMk/>
            <pc:sldMk cId="0" sldId="286"/>
            <ac:spMk id="3" creationId="{00000000-0000-0000-0000-000000000000}"/>
          </ac:spMkLst>
        </pc:spChg>
      </pc:sldChg>
      <pc:sldChg chg="modSp modAnim">
        <pc:chgData name="Lê Ngọc Lành" userId="8e0c50ca425b090c" providerId="LiveId" clId="{3598AC43-F96F-4B7B-9753-863815C9274C}" dt="2026-03-31T07:48:04.023" v="70"/>
        <pc:sldMkLst>
          <pc:docMk/>
          <pc:sldMk cId="0" sldId="311"/>
        </pc:sldMkLst>
        <pc:spChg chg="mod">
          <ac:chgData name="Lê Ngọc Lành" userId="8e0c50ca425b090c" providerId="LiveId" clId="{3598AC43-F96F-4B7B-9753-863815C9274C}" dt="2026-03-31T07:47:54.875" v="69" actId="11"/>
          <ac:spMkLst>
            <pc:docMk/>
            <pc:sldMk cId="0" sldId="311"/>
            <ac:spMk id="8195" creationId="{00000000-0000-0000-0000-000000000000}"/>
          </ac:spMkLst>
        </pc:spChg>
      </pc:sldChg>
      <pc:sldChg chg="modSp mod modAnim">
        <pc:chgData name="Lê Ngọc Lành" userId="8e0c50ca425b090c" providerId="LiveId" clId="{3598AC43-F96F-4B7B-9753-863815C9274C}" dt="2026-04-02T00:20:44.568" v="2682" actId="20577"/>
        <pc:sldMkLst>
          <pc:docMk/>
          <pc:sldMk cId="2182412080" sldId="323"/>
        </pc:sldMkLst>
        <pc:spChg chg="mod">
          <ac:chgData name="Lê Ngọc Lành" userId="8e0c50ca425b090c" providerId="LiveId" clId="{3598AC43-F96F-4B7B-9753-863815C9274C}" dt="2026-04-01T01:26:07.892" v="537" actId="403"/>
          <ac:spMkLst>
            <pc:docMk/>
            <pc:sldMk cId="2182412080" sldId="323"/>
            <ac:spMk id="2" creationId="{7DF6CBD4-A523-9E6A-AAF1-6A4468296AB4}"/>
          </ac:spMkLst>
        </pc:spChg>
        <pc:spChg chg="mod">
          <ac:chgData name="Lê Ngọc Lành" userId="8e0c50ca425b090c" providerId="LiveId" clId="{3598AC43-F96F-4B7B-9753-863815C9274C}" dt="2026-04-02T00:20:44.568" v="2682" actId="20577"/>
          <ac:spMkLst>
            <pc:docMk/>
            <pc:sldMk cId="2182412080" sldId="323"/>
            <ac:spMk id="8195" creationId="{D5F858B9-983B-952F-0296-8F0CC1B3B5C1}"/>
          </ac:spMkLst>
        </pc:spChg>
      </pc:sldChg>
      <pc:sldChg chg="modSp add del mod">
        <pc:chgData name="Lê Ngọc Lành" userId="8e0c50ca425b090c" providerId="LiveId" clId="{3598AC43-F96F-4B7B-9753-863815C9274C}" dt="2026-04-01T15:26:19.838" v="1388" actId="47"/>
        <pc:sldMkLst>
          <pc:docMk/>
          <pc:sldMk cId="993722214" sldId="325"/>
        </pc:sldMkLst>
      </pc:sldChg>
      <pc:sldChg chg="addSp delSp modSp add mod">
        <pc:chgData name="Lê Ngọc Lành" userId="8e0c50ca425b090c" providerId="LiveId" clId="{3598AC43-F96F-4B7B-9753-863815C9274C}" dt="2026-04-02T00:24:22.927" v="2713" actId="6549"/>
        <pc:sldMkLst>
          <pc:docMk/>
          <pc:sldMk cId="810675723" sldId="326"/>
        </pc:sldMkLst>
        <pc:spChg chg="mod">
          <ac:chgData name="Lê Ngọc Lành" userId="8e0c50ca425b090c" providerId="LiveId" clId="{3598AC43-F96F-4B7B-9753-863815C9274C}" dt="2026-03-31T09:08:44.898" v="135"/>
          <ac:spMkLst>
            <pc:docMk/>
            <pc:sldMk cId="810675723" sldId="326"/>
            <ac:spMk id="2" creationId="{76E8327F-0F75-EC8C-3A4D-C6437B00A304}"/>
          </ac:spMkLst>
        </pc:spChg>
        <pc:spChg chg="add del">
          <ac:chgData name="Lê Ngọc Lành" userId="8e0c50ca425b090c" providerId="LiveId" clId="{3598AC43-F96F-4B7B-9753-863815C9274C}" dt="2026-04-02T00:04:29.947" v="2593" actId="22"/>
          <ac:spMkLst>
            <pc:docMk/>
            <pc:sldMk cId="810675723" sldId="326"/>
            <ac:spMk id="5" creationId="{4BA8C018-3F8F-D6D5-5B8A-810C1FFF978C}"/>
          </ac:spMkLst>
        </pc:spChg>
        <pc:spChg chg="add mod">
          <ac:chgData name="Lê Ngọc Lành" userId="8e0c50ca425b090c" providerId="LiveId" clId="{3598AC43-F96F-4B7B-9753-863815C9274C}" dt="2026-04-02T00:24:22.927" v="2713" actId="6549"/>
          <ac:spMkLst>
            <pc:docMk/>
            <pc:sldMk cId="810675723" sldId="326"/>
            <ac:spMk id="6" creationId="{222527E7-D920-1779-96D7-DA2CB8B50086}"/>
          </ac:spMkLst>
        </pc:spChg>
        <pc:spChg chg="add mod">
          <ac:chgData name="Lê Ngọc Lành" userId="8e0c50ca425b090c" providerId="LiveId" clId="{3598AC43-F96F-4B7B-9753-863815C9274C}" dt="2026-04-02T00:24:01.744" v="2712" actId="1076"/>
          <ac:spMkLst>
            <pc:docMk/>
            <pc:sldMk cId="810675723" sldId="326"/>
            <ac:spMk id="7" creationId="{36ECEDDB-9FC8-4A36-E88C-C8215056123A}"/>
          </ac:spMkLst>
        </pc:spChg>
        <pc:spChg chg="mod">
          <ac:chgData name="Lê Ngọc Lành" userId="8e0c50ca425b090c" providerId="LiveId" clId="{3598AC43-F96F-4B7B-9753-863815C9274C}" dt="2026-04-02T00:21:44.064" v="2690" actId="404"/>
          <ac:spMkLst>
            <pc:docMk/>
            <pc:sldMk cId="810675723" sldId="326"/>
            <ac:spMk id="8195" creationId="{2416CE11-0063-0E8D-3F74-4C41664B5998}"/>
          </ac:spMkLst>
        </pc:spChg>
        <pc:picChg chg="add mod">
          <ac:chgData name="Lê Ngọc Lành" userId="8e0c50ca425b090c" providerId="LiveId" clId="{3598AC43-F96F-4B7B-9753-863815C9274C}" dt="2026-04-02T00:23:16.511" v="2706" actId="1076"/>
          <ac:picMkLst>
            <pc:docMk/>
            <pc:sldMk cId="810675723" sldId="326"/>
            <ac:picMk id="4" creationId="{9E03E639-F2BC-7739-32B2-722E2D1B4FAE}"/>
          </ac:picMkLst>
        </pc:picChg>
      </pc:sldChg>
      <pc:sldChg chg="addSp delSp modSp add mod">
        <pc:chgData name="Lê Ngọc Lành" userId="8e0c50ca425b090c" providerId="LiveId" clId="{3598AC43-F96F-4B7B-9753-863815C9274C}" dt="2026-04-02T00:26:38.636" v="2741" actId="1076"/>
        <pc:sldMkLst>
          <pc:docMk/>
          <pc:sldMk cId="3441830157" sldId="327"/>
        </pc:sldMkLst>
        <pc:spChg chg="mod">
          <ac:chgData name="Lê Ngọc Lành" userId="8e0c50ca425b090c" providerId="LiveId" clId="{3598AC43-F96F-4B7B-9753-863815C9274C}" dt="2026-04-01T03:50:11.201" v="896" actId="2711"/>
          <ac:spMkLst>
            <pc:docMk/>
            <pc:sldMk cId="3441830157" sldId="327"/>
            <ac:spMk id="2" creationId="{19A8ECCF-EEB5-5F57-9F40-F31E5CACD989}"/>
          </ac:spMkLst>
        </pc:spChg>
        <pc:spChg chg="add mod">
          <ac:chgData name="Lê Ngọc Lành" userId="8e0c50ca425b090c" providerId="LiveId" clId="{3598AC43-F96F-4B7B-9753-863815C9274C}" dt="2026-04-02T00:25:58.262" v="2737" actId="1076"/>
          <ac:spMkLst>
            <pc:docMk/>
            <pc:sldMk cId="3441830157" sldId="327"/>
            <ac:spMk id="3" creationId="{72001508-C6DE-1AA0-1FF7-B6C27B5C61B0}"/>
          </ac:spMkLst>
        </pc:spChg>
        <pc:spChg chg="add mod">
          <ac:chgData name="Lê Ngọc Lành" userId="8e0c50ca425b090c" providerId="LiveId" clId="{3598AC43-F96F-4B7B-9753-863815C9274C}" dt="2026-04-02T00:26:38.636" v="2741" actId="1076"/>
          <ac:spMkLst>
            <pc:docMk/>
            <pc:sldMk cId="3441830157" sldId="327"/>
            <ac:spMk id="4" creationId="{04A4EAFF-D10D-77E6-BECD-2A482876BE63}"/>
          </ac:spMkLst>
        </pc:spChg>
        <pc:spChg chg="mod">
          <ac:chgData name="Lê Ngọc Lành" userId="8e0c50ca425b090c" providerId="LiveId" clId="{3598AC43-F96F-4B7B-9753-863815C9274C}" dt="2026-04-02T00:25:01.659" v="2723" actId="403"/>
          <ac:spMkLst>
            <pc:docMk/>
            <pc:sldMk cId="3441830157" sldId="327"/>
            <ac:spMk id="8195" creationId="{7C2FEABE-CC9D-A03A-6442-90E314FCA5ED}"/>
          </ac:spMkLst>
        </pc:spChg>
        <pc:picChg chg="add mod">
          <ac:chgData name="Lê Ngọc Lành" userId="8e0c50ca425b090c" providerId="LiveId" clId="{3598AC43-F96F-4B7B-9753-863815C9274C}" dt="2026-04-02T00:25:57.691" v="2736" actId="1076"/>
          <ac:picMkLst>
            <pc:docMk/>
            <pc:sldMk cId="3441830157" sldId="327"/>
            <ac:picMk id="6" creationId="{6FF59941-2B38-51EC-C29E-7E21EB157B4A}"/>
          </ac:picMkLst>
        </pc:picChg>
      </pc:sldChg>
      <pc:sldChg chg="addSp modSp add del mod ord">
        <pc:chgData name="Lê Ngọc Lành" userId="8e0c50ca425b090c" providerId="LiveId" clId="{3598AC43-F96F-4B7B-9753-863815C9274C}" dt="2026-04-01T05:46:09.130" v="1047" actId="47"/>
        <pc:sldMkLst>
          <pc:docMk/>
          <pc:sldMk cId="3723823929" sldId="328"/>
        </pc:sldMkLst>
        <pc:spChg chg="mod">
          <ac:chgData name="Lê Ngọc Lành" userId="8e0c50ca425b090c" providerId="LiveId" clId="{3598AC43-F96F-4B7B-9753-863815C9274C}" dt="2026-04-01T05:30:46.420" v="1044" actId="27636"/>
          <ac:spMkLst>
            <pc:docMk/>
            <pc:sldMk cId="3723823929" sldId="328"/>
            <ac:spMk id="2" creationId="{A1F92AFC-A4D7-A9C9-D593-9C8019159AAD}"/>
          </ac:spMkLst>
        </pc:spChg>
        <pc:spChg chg="mod">
          <ac:chgData name="Lê Ngọc Lành" userId="8e0c50ca425b090c" providerId="LiveId" clId="{3598AC43-F96F-4B7B-9753-863815C9274C}" dt="2026-04-01T05:26:02.908" v="1041" actId="27636"/>
          <ac:spMkLst>
            <pc:docMk/>
            <pc:sldMk cId="3723823929" sldId="328"/>
            <ac:spMk id="8195" creationId="{345035E5-C3F3-4A5F-6898-1A04DC4F4DB7}"/>
          </ac:spMkLst>
        </pc:spChg>
        <pc:picChg chg="add mod">
          <ac:chgData name="Lê Ngọc Lành" userId="8e0c50ca425b090c" providerId="LiveId" clId="{3598AC43-F96F-4B7B-9753-863815C9274C}" dt="2026-04-01T05:25:22.048" v="1033" actId="1076"/>
          <ac:picMkLst>
            <pc:docMk/>
            <pc:sldMk cId="3723823929" sldId="328"/>
            <ac:picMk id="4" creationId="{522D3D04-CEE0-C2E0-2357-78224F459964}"/>
          </ac:picMkLst>
        </pc:picChg>
        <pc:picChg chg="add mod">
          <ac:chgData name="Lê Ngọc Lành" userId="8e0c50ca425b090c" providerId="LiveId" clId="{3598AC43-F96F-4B7B-9753-863815C9274C}" dt="2026-04-01T05:25:25.225" v="1034" actId="1076"/>
          <ac:picMkLst>
            <pc:docMk/>
            <pc:sldMk cId="3723823929" sldId="328"/>
            <ac:picMk id="6" creationId="{BCF88252-BE87-D4D6-FCFD-55ED4BFBC54F}"/>
          </ac:picMkLst>
        </pc:picChg>
      </pc:sldChg>
      <pc:sldChg chg="addSp modSp add mod ord">
        <pc:chgData name="Lê Ngọc Lành" userId="8e0c50ca425b090c" providerId="LiveId" clId="{3598AC43-F96F-4B7B-9753-863815C9274C}" dt="2026-04-02T00:29:06.774" v="2760" actId="1076"/>
        <pc:sldMkLst>
          <pc:docMk/>
          <pc:sldMk cId="1487256777" sldId="329"/>
        </pc:sldMkLst>
        <pc:spChg chg="mod">
          <ac:chgData name="Lê Ngọc Lành" userId="8e0c50ca425b090c" providerId="LiveId" clId="{3598AC43-F96F-4B7B-9753-863815C9274C}" dt="2026-04-02T00:26:54.706" v="2742" actId="2711"/>
          <ac:spMkLst>
            <pc:docMk/>
            <pc:sldMk cId="1487256777" sldId="329"/>
            <ac:spMk id="2" creationId="{6B6457A0-A5D2-2135-C7CA-BE71E54D625F}"/>
          </ac:spMkLst>
        </pc:spChg>
        <pc:spChg chg="add mod">
          <ac:chgData name="Lê Ngọc Lành" userId="8e0c50ca425b090c" providerId="LiveId" clId="{3598AC43-F96F-4B7B-9753-863815C9274C}" dt="2026-04-02T00:27:14.049" v="2747" actId="20577"/>
          <ac:spMkLst>
            <pc:docMk/>
            <pc:sldMk cId="1487256777" sldId="329"/>
            <ac:spMk id="3" creationId="{A6C129EA-9DDF-7CBC-D14E-814EFFD5AF2B}"/>
          </ac:spMkLst>
        </pc:spChg>
        <pc:spChg chg="add mod">
          <ac:chgData name="Lê Ngọc Lành" userId="8e0c50ca425b090c" providerId="LiveId" clId="{3598AC43-F96F-4B7B-9753-863815C9274C}" dt="2026-04-02T00:29:06.774" v="2760" actId="1076"/>
          <ac:spMkLst>
            <pc:docMk/>
            <pc:sldMk cId="1487256777" sldId="329"/>
            <ac:spMk id="5" creationId="{BDF2C69F-B58D-A448-663A-C7298AFBF4A9}"/>
          </ac:spMkLst>
        </pc:spChg>
        <pc:spChg chg="add">
          <ac:chgData name="Lê Ngọc Lành" userId="8e0c50ca425b090c" providerId="LiveId" clId="{3598AC43-F96F-4B7B-9753-863815C9274C}" dt="2026-04-02T00:28:31.830" v="2753"/>
          <ac:spMkLst>
            <pc:docMk/>
            <pc:sldMk cId="1487256777" sldId="329"/>
            <ac:spMk id="6" creationId="{FB978235-2E67-BAC4-677B-125ABBB7F2C9}"/>
          </ac:spMkLst>
        </pc:spChg>
        <pc:spChg chg="mod">
          <ac:chgData name="Lê Ngọc Lành" userId="8e0c50ca425b090c" providerId="LiveId" clId="{3598AC43-F96F-4B7B-9753-863815C9274C}" dt="2026-04-02T00:27:34.666" v="2751" actId="14100"/>
          <ac:spMkLst>
            <pc:docMk/>
            <pc:sldMk cId="1487256777" sldId="329"/>
            <ac:spMk id="8195" creationId="{22C48A8A-E865-2A30-F508-CD1D02D1E837}"/>
          </ac:spMkLst>
        </pc:spChg>
        <pc:picChg chg="add mod">
          <ac:chgData name="Lê Ngọc Lành" userId="8e0c50ca425b090c" providerId="LiveId" clId="{3598AC43-F96F-4B7B-9753-863815C9274C}" dt="2026-04-02T00:12:17.608" v="2632" actId="1076"/>
          <ac:picMkLst>
            <pc:docMk/>
            <pc:sldMk cId="1487256777" sldId="329"/>
            <ac:picMk id="4" creationId="{C6FD49EC-9D1C-BA20-0709-B516157E3046}"/>
          </ac:picMkLst>
        </pc:picChg>
      </pc:sldChg>
      <pc:sldChg chg="addSp modSp add mod ord">
        <pc:chgData name="Lê Ngọc Lành" userId="8e0c50ca425b090c" providerId="LiveId" clId="{3598AC43-F96F-4B7B-9753-863815C9274C}" dt="2026-04-02T00:31:23.163" v="2773" actId="14100"/>
        <pc:sldMkLst>
          <pc:docMk/>
          <pc:sldMk cId="2677918214" sldId="330"/>
        </pc:sldMkLst>
        <pc:spChg chg="mod">
          <ac:chgData name="Lê Ngọc Lành" userId="8e0c50ca425b090c" providerId="LiveId" clId="{3598AC43-F96F-4B7B-9753-863815C9274C}" dt="2026-04-01T06:13:37.275" v="1136" actId="2711"/>
          <ac:spMkLst>
            <pc:docMk/>
            <pc:sldMk cId="2677918214" sldId="330"/>
            <ac:spMk id="2" creationId="{D96F0DCA-3549-F734-6DC2-778B869770CB}"/>
          </ac:spMkLst>
        </pc:spChg>
        <pc:spChg chg="add mod">
          <ac:chgData name="Lê Ngọc Lành" userId="8e0c50ca425b090c" providerId="LiveId" clId="{3598AC43-F96F-4B7B-9753-863815C9274C}" dt="2026-04-02T00:31:23.163" v="2773" actId="14100"/>
          <ac:spMkLst>
            <pc:docMk/>
            <pc:sldMk cId="2677918214" sldId="330"/>
            <ac:spMk id="3" creationId="{741748D7-84A7-C7EF-89AC-CA34BAC1CAE2}"/>
          </ac:spMkLst>
        </pc:spChg>
        <pc:spChg chg="add">
          <ac:chgData name="Lê Ngọc Lành" userId="8e0c50ca425b090c" providerId="LiveId" clId="{3598AC43-F96F-4B7B-9753-863815C9274C}" dt="2026-04-02T00:30:48.747" v="2767"/>
          <ac:spMkLst>
            <pc:docMk/>
            <pc:sldMk cId="2677918214" sldId="330"/>
            <ac:spMk id="4" creationId="{1FB2F897-E4A5-0E39-EBAD-65B13D4F4727}"/>
          </ac:spMkLst>
        </pc:spChg>
        <pc:spChg chg="mod">
          <ac:chgData name="Lê Ngọc Lành" userId="8e0c50ca425b090c" providerId="LiveId" clId="{3598AC43-F96F-4B7B-9753-863815C9274C}" dt="2026-04-02T00:29:58.864" v="2764" actId="14100"/>
          <ac:spMkLst>
            <pc:docMk/>
            <pc:sldMk cId="2677918214" sldId="330"/>
            <ac:spMk id="8195" creationId="{8286C310-B7B6-DAB5-C048-AB31F127D85A}"/>
          </ac:spMkLst>
        </pc:spChg>
      </pc:sldChg>
      <pc:sldChg chg="modSp add mod">
        <pc:chgData name="Lê Ngọc Lành" userId="8e0c50ca425b090c" providerId="LiveId" clId="{3598AC43-F96F-4B7B-9753-863815C9274C}" dt="2026-04-01T06:35:22.410" v="1263" actId="2711"/>
        <pc:sldMkLst>
          <pc:docMk/>
          <pc:sldMk cId="173482862" sldId="331"/>
        </pc:sldMkLst>
        <pc:spChg chg="mod">
          <ac:chgData name="Lê Ngọc Lành" userId="8e0c50ca425b090c" providerId="LiveId" clId="{3598AC43-F96F-4B7B-9753-863815C9274C}" dt="2026-04-01T06:35:17.635" v="1262" actId="2711"/>
          <ac:spMkLst>
            <pc:docMk/>
            <pc:sldMk cId="173482862" sldId="331"/>
            <ac:spMk id="2" creationId="{3B67A104-CE8E-2D92-34AD-863E9AD222F3}"/>
          </ac:spMkLst>
        </pc:spChg>
        <pc:spChg chg="mod">
          <ac:chgData name="Lê Ngọc Lành" userId="8e0c50ca425b090c" providerId="LiveId" clId="{3598AC43-F96F-4B7B-9753-863815C9274C}" dt="2026-04-01T06:35:22.410" v="1263" actId="2711"/>
          <ac:spMkLst>
            <pc:docMk/>
            <pc:sldMk cId="173482862" sldId="331"/>
            <ac:spMk id="8195" creationId="{58F3B3AF-D428-2A42-F71D-60BF71B25F50}"/>
          </ac:spMkLst>
        </pc:spChg>
      </pc:sldChg>
      <pc:sldChg chg="modSp add mod">
        <pc:chgData name="Lê Ngọc Lành" userId="8e0c50ca425b090c" providerId="LiveId" clId="{3598AC43-F96F-4B7B-9753-863815C9274C}" dt="2026-04-01T06:35:10.109" v="1261" actId="2711"/>
        <pc:sldMkLst>
          <pc:docMk/>
          <pc:sldMk cId="1854910157" sldId="332"/>
        </pc:sldMkLst>
        <pc:spChg chg="mod">
          <ac:chgData name="Lê Ngọc Lành" userId="8e0c50ca425b090c" providerId="LiveId" clId="{3598AC43-F96F-4B7B-9753-863815C9274C}" dt="2026-04-01T06:35:05.733" v="1260" actId="2711"/>
          <ac:spMkLst>
            <pc:docMk/>
            <pc:sldMk cId="1854910157" sldId="332"/>
            <ac:spMk id="2" creationId="{CD99BA56-35B5-655A-CB6D-D8BA85B8A65D}"/>
          </ac:spMkLst>
        </pc:spChg>
        <pc:spChg chg="mod">
          <ac:chgData name="Lê Ngọc Lành" userId="8e0c50ca425b090c" providerId="LiveId" clId="{3598AC43-F96F-4B7B-9753-863815C9274C}" dt="2026-04-01T06:35:10.109" v="1261" actId="2711"/>
          <ac:spMkLst>
            <pc:docMk/>
            <pc:sldMk cId="1854910157" sldId="332"/>
            <ac:spMk id="8195" creationId="{1028ADA0-C394-24A6-CBDD-3420A3B50F58}"/>
          </ac:spMkLst>
        </pc:spChg>
      </pc:sldChg>
      <pc:sldChg chg="modSp add del mod ord">
        <pc:chgData name="Lê Ngọc Lành" userId="8e0c50ca425b090c" providerId="LiveId" clId="{3598AC43-F96F-4B7B-9753-863815C9274C}" dt="2026-04-02T00:52:14.410" v="2997" actId="47"/>
        <pc:sldMkLst>
          <pc:docMk/>
          <pc:sldMk cId="1702011499" sldId="333"/>
        </pc:sldMkLst>
        <pc:spChg chg="mod">
          <ac:chgData name="Lê Ngọc Lành" userId="8e0c50ca425b090c" providerId="LiveId" clId="{3598AC43-F96F-4B7B-9753-863815C9274C}" dt="2026-04-01T17:14:52.956" v="1614" actId="21"/>
          <ac:spMkLst>
            <pc:docMk/>
            <pc:sldMk cId="1702011499" sldId="333"/>
            <ac:spMk id="8195" creationId="{8C9F7BA8-EF4D-A6DB-5D4F-AECCB4C103DC}"/>
          </ac:spMkLst>
        </pc:spChg>
      </pc:sldChg>
      <pc:sldChg chg="modSp add del mod">
        <pc:chgData name="Lê Ngọc Lành" userId="8e0c50ca425b090c" providerId="LiveId" clId="{3598AC43-F96F-4B7B-9753-863815C9274C}" dt="2026-04-01T09:19:12.975" v="1341" actId="47"/>
        <pc:sldMkLst>
          <pc:docMk/>
          <pc:sldMk cId="2630085716" sldId="334"/>
        </pc:sldMkLst>
      </pc:sldChg>
      <pc:sldChg chg="modSp add del mod">
        <pc:chgData name="Lê Ngọc Lành" userId="8e0c50ca425b090c" providerId="LiveId" clId="{3598AC43-F96F-4B7B-9753-863815C9274C}" dt="2026-04-01T09:27:14.369" v="1371" actId="47"/>
        <pc:sldMkLst>
          <pc:docMk/>
          <pc:sldMk cId="4291253755" sldId="335"/>
        </pc:sldMkLst>
      </pc:sldChg>
      <pc:sldChg chg="addSp delSp modSp add mod ord">
        <pc:chgData name="Lê Ngọc Lành" userId="8e0c50ca425b090c" providerId="LiveId" clId="{3598AC43-F96F-4B7B-9753-863815C9274C}" dt="2026-04-02T00:33:52.305" v="2790" actId="478"/>
        <pc:sldMkLst>
          <pc:docMk/>
          <pc:sldMk cId="3115683709" sldId="336"/>
        </pc:sldMkLst>
        <pc:spChg chg="mod">
          <ac:chgData name="Lê Ngọc Lành" userId="8e0c50ca425b090c" providerId="LiveId" clId="{3598AC43-F96F-4B7B-9753-863815C9274C}" dt="2026-04-02T00:32:45.382" v="2782" actId="27636"/>
          <ac:spMkLst>
            <pc:docMk/>
            <pc:sldMk cId="3115683709" sldId="336"/>
            <ac:spMk id="2" creationId="{092665CD-8A59-E068-4720-F0A51788CFB9}"/>
          </ac:spMkLst>
        </pc:spChg>
        <pc:spChg chg="add mod">
          <ac:chgData name="Lê Ngọc Lành" userId="8e0c50ca425b090c" providerId="LiveId" clId="{3598AC43-F96F-4B7B-9753-863815C9274C}" dt="2026-04-02T00:32:30.432" v="2780" actId="1076"/>
          <ac:spMkLst>
            <pc:docMk/>
            <pc:sldMk cId="3115683709" sldId="336"/>
            <ac:spMk id="3" creationId="{881A308A-172C-0EC9-762C-DF229F9B7127}"/>
          </ac:spMkLst>
        </pc:spChg>
        <pc:spChg chg="del mod">
          <ac:chgData name="Lê Ngọc Lành" userId="8e0c50ca425b090c" providerId="LiveId" clId="{3598AC43-F96F-4B7B-9753-863815C9274C}" dt="2026-04-02T00:33:52.305" v="2790" actId="478"/>
          <ac:spMkLst>
            <pc:docMk/>
            <pc:sldMk cId="3115683709" sldId="336"/>
            <ac:spMk id="8195" creationId="{CA7FEB09-B3B5-FA30-DDB5-0E8B9874EDBC}"/>
          </ac:spMkLst>
        </pc:spChg>
        <pc:graphicFrameChg chg="add mod">
          <ac:chgData name="Lê Ngọc Lành" userId="8e0c50ca425b090c" providerId="LiveId" clId="{3598AC43-F96F-4B7B-9753-863815C9274C}" dt="2026-04-01T16:08:12.279" v="1405"/>
          <ac:graphicFrameMkLst>
            <pc:docMk/>
            <pc:sldMk cId="3115683709" sldId="336"/>
            <ac:graphicFrameMk id="3" creationId="{3081C91A-F84B-764B-0567-D57F27998132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09:26:00.589" v="1365" actId="478"/>
          <ac:graphicFrameMkLst>
            <pc:docMk/>
            <pc:sldMk cId="3115683709" sldId="336"/>
            <ac:graphicFrameMk id="3" creationId="{5A5A587D-EB57-1F50-7A47-2F232B262D04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15:25:35.958" v="1384" actId="478"/>
          <ac:graphicFrameMkLst>
            <pc:docMk/>
            <pc:sldMk cId="3115683709" sldId="336"/>
            <ac:graphicFrameMk id="4" creationId="{74DD7C46-094E-8936-A2DF-B77D74BC0F9D}"/>
          </ac:graphicFrameMkLst>
        </pc:graphicFrameChg>
        <pc:graphicFrameChg chg="add mod modGraphic">
          <ac:chgData name="Lê Ngọc Lành" userId="8e0c50ca425b090c" providerId="LiveId" clId="{3598AC43-F96F-4B7B-9753-863815C9274C}" dt="2026-04-02T00:12:41.012" v="2636" actId="1076"/>
          <ac:graphicFrameMkLst>
            <pc:docMk/>
            <pc:sldMk cId="3115683709" sldId="336"/>
            <ac:graphicFrameMk id="5" creationId="{539A7611-5FD1-71FB-D952-8A9CFA78A886}"/>
          </ac:graphicFrameMkLst>
        </pc:graphicFrameChg>
      </pc:sldChg>
      <pc:sldChg chg="addSp delSp modSp add del mod">
        <pc:chgData name="Lê Ngọc Lành" userId="8e0c50ca425b090c" providerId="LiveId" clId="{3598AC43-F96F-4B7B-9753-863815C9274C}" dt="2026-04-01T15:26:16.802" v="1386" actId="47"/>
        <pc:sldMkLst>
          <pc:docMk/>
          <pc:sldMk cId="1999176405" sldId="337"/>
        </pc:sldMkLst>
        <pc:spChg chg="mod">
          <ac:chgData name="Lê Ngọc Lành" userId="8e0c50ca425b090c" providerId="LiveId" clId="{3598AC43-F96F-4B7B-9753-863815C9274C}" dt="2026-04-01T09:35:17.168" v="1376"/>
          <ac:spMkLst>
            <pc:docMk/>
            <pc:sldMk cId="1999176405" sldId="337"/>
            <ac:spMk id="8195" creationId="{9E8110D9-3739-E8A2-9175-C542DE1FF309}"/>
          </ac:spMkLst>
        </pc:spChg>
        <pc:graphicFrameChg chg="add mod modGraphic">
          <ac:chgData name="Lê Ngọc Lành" userId="8e0c50ca425b090c" providerId="LiveId" clId="{3598AC43-F96F-4B7B-9753-863815C9274C}" dt="2026-04-01T09:36:06.082" v="1383" actId="1076"/>
          <ac:graphicFrameMkLst>
            <pc:docMk/>
            <pc:sldMk cId="1999176405" sldId="337"/>
            <ac:graphicFrameMk id="5" creationId="{8785A133-29A5-3603-8313-028521ACBFC2}"/>
          </ac:graphicFrameMkLst>
        </pc:graphicFrameChg>
        <pc:picChg chg="add del">
          <ac:chgData name="Lê Ngọc Lành" userId="8e0c50ca425b090c" providerId="LiveId" clId="{3598AC43-F96F-4B7B-9753-863815C9274C}" dt="2026-04-01T09:35:30.435" v="1378" actId="22"/>
          <ac:picMkLst>
            <pc:docMk/>
            <pc:sldMk cId="1999176405" sldId="337"/>
            <ac:picMk id="4" creationId="{5285B645-DBF4-D807-DD43-BA1B30C9AA0C}"/>
          </ac:picMkLst>
        </pc:picChg>
      </pc:sldChg>
      <pc:sldChg chg="modSp add del mod">
        <pc:chgData name="Lê Ngọc Lành" userId="8e0c50ca425b090c" providerId="LiveId" clId="{3598AC43-F96F-4B7B-9753-863815C9274C}" dt="2026-04-01T15:26:18.366" v="1387" actId="47"/>
        <pc:sldMkLst>
          <pc:docMk/>
          <pc:sldMk cId="2747068399" sldId="338"/>
        </pc:sldMkLst>
      </pc:sldChg>
      <pc:sldChg chg="modSp add del mod">
        <pc:chgData name="Lê Ngọc Lành" userId="8e0c50ca425b090c" providerId="LiveId" clId="{3598AC43-F96F-4B7B-9753-863815C9274C}" dt="2026-04-01T15:26:21.318" v="1389" actId="47"/>
        <pc:sldMkLst>
          <pc:docMk/>
          <pc:sldMk cId="2863255512" sldId="339"/>
        </pc:sldMkLst>
      </pc:sldChg>
      <pc:sldChg chg="modSp add del">
        <pc:chgData name="Lê Ngọc Lành" userId="8e0c50ca425b090c" providerId="LiveId" clId="{3598AC43-F96F-4B7B-9753-863815C9274C}" dt="2026-04-02T00:53:10.034" v="3039" actId="47"/>
        <pc:sldMkLst>
          <pc:docMk/>
          <pc:sldMk cId="1791827393" sldId="340"/>
        </pc:sldMkLst>
      </pc:sldChg>
      <pc:sldChg chg="addSp delSp modSp add mod">
        <pc:chgData name="Lê Ngọc Lành" userId="8e0c50ca425b090c" providerId="LiveId" clId="{3598AC43-F96F-4B7B-9753-863815C9274C}" dt="2026-04-02T00:50:37.695" v="2986" actId="2711"/>
        <pc:sldMkLst>
          <pc:docMk/>
          <pc:sldMk cId="3065140746" sldId="341"/>
        </pc:sldMkLst>
        <pc:spChg chg="mod">
          <ac:chgData name="Lê Ngọc Lành" userId="8e0c50ca425b090c" providerId="LiveId" clId="{3598AC43-F96F-4B7B-9753-863815C9274C}" dt="2026-04-02T00:50:37.695" v="2986" actId="2711"/>
          <ac:spMkLst>
            <pc:docMk/>
            <pc:sldMk cId="3065140746" sldId="341"/>
            <ac:spMk id="2" creationId="{E2FC930C-E98D-0A8F-0800-1BD1B48C4FE6}"/>
          </ac:spMkLst>
        </pc:spChg>
        <pc:spChg chg="add del mod">
          <ac:chgData name="Lê Ngọc Lành" userId="8e0c50ca425b090c" providerId="LiveId" clId="{3598AC43-F96F-4B7B-9753-863815C9274C}" dt="2026-03-31T10:22:28.857" v="534"/>
          <ac:spMkLst>
            <pc:docMk/>
            <pc:sldMk cId="3065140746" sldId="341"/>
            <ac:spMk id="8195" creationId="{01303212-8482-704A-1772-AC0F83021D2D}"/>
          </ac:spMkLst>
        </pc:spChg>
      </pc:sldChg>
      <pc:sldChg chg="modSp add del mod">
        <pc:chgData name="Lê Ngọc Lành" userId="8e0c50ca425b090c" providerId="LiveId" clId="{3598AC43-F96F-4B7B-9753-863815C9274C}" dt="2026-04-01T22:50:33.895" v="1929" actId="47"/>
        <pc:sldMkLst>
          <pc:docMk/>
          <pc:sldMk cId="1749331491" sldId="342"/>
        </pc:sldMkLst>
      </pc:sldChg>
      <pc:sldChg chg="addSp delSp modSp add mod">
        <pc:chgData name="Lê Ngọc Lành" userId="8e0c50ca425b090c" providerId="LiveId" clId="{3598AC43-F96F-4B7B-9753-863815C9274C}" dt="2026-04-02T00:37:37.791" v="2843" actId="1076"/>
        <pc:sldMkLst>
          <pc:docMk/>
          <pc:sldMk cId="2143120179" sldId="343"/>
        </pc:sldMkLst>
        <pc:spChg chg="mod">
          <ac:chgData name="Lê Ngọc Lành" userId="8e0c50ca425b090c" providerId="LiveId" clId="{3598AC43-F96F-4B7B-9753-863815C9274C}" dt="2026-04-02T00:37:37.791" v="2843" actId="1076"/>
          <ac:spMkLst>
            <pc:docMk/>
            <pc:sldMk cId="2143120179" sldId="343"/>
            <ac:spMk id="2" creationId="{524AF370-DEFB-5F85-61B3-4197274F6D7C}"/>
          </ac:spMkLst>
        </pc:spChg>
        <pc:spChg chg="add del mod">
          <ac:chgData name="Lê Ngọc Lành" userId="8e0c50ca425b090c" providerId="LiveId" clId="{3598AC43-F96F-4B7B-9753-863815C9274C}" dt="2026-04-01T22:45:20.817" v="1914" actId="478"/>
          <ac:spMkLst>
            <pc:docMk/>
            <pc:sldMk cId="2143120179" sldId="343"/>
            <ac:spMk id="4" creationId="{8A99D39A-3BEF-D3B8-131D-879E7BF401B3}"/>
          </ac:spMkLst>
        </pc:spChg>
        <pc:spChg chg="add mod">
          <ac:chgData name="Lê Ngọc Lành" userId="8e0c50ca425b090c" providerId="LiveId" clId="{3598AC43-F96F-4B7B-9753-863815C9274C}" dt="2026-04-02T00:37:19.755" v="2840" actId="122"/>
          <ac:spMkLst>
            <pc:docMk/>
            <pc:sldMk cId="2143120179" sldId="343"/>
            <ac:spMk id="9" creationId="{FD6D3C1A-5FE1-C75D-3BEB-4C9E2A47AC2C}"/>
          </ac:spMkLst>
        </pc:spChg>
        <pc:spChg chg="add del mod">
          <ac:chgData name="Lê Ngọc Lành" userId="8e0c50ca425b090c" providerId="LiveId" clId="{3598AC43-F96F-4B7B-9753-863815C9274C}" dt="2026-04-02T00:03:05.956" v="2588" actId="1076"/>
          <ac:spMkLst>
            <pc:docMk/>
            <pc:sldMk cId="2143120179" sldId="343"/>
            <ac:spMk id="8195" creationId="{06B7B12F-0683-DCD9-663B-8156318B9094}"/>
          </ac:spMkLst>
        </pc:spChg>
        <pc:picChg chg="add del mod">
          <ac:chgData name="Lê Ngọc Lành" userId="8e0c50ca425b090c" providerId="LiveId" clId="{3598AC43-F96F-4B7B-9753-863815C9274C}" dt="2026-04-01T22:45:58.877" v="1918" actId="478"/>
          <ac:picMkLst>
            <pc:docMk/>
            <pc:sldMk cId="2143120179" sldId="343"/>
            <ac:picMk id="6" creationId="{F56FA449-32B3-C018-3FBB-B6CAE1EF6167}"/>
          </ac:picMkLst>
        </pc:picChg>
        <pc:picChg chg="add mod">
          <ac:chgData name="Lê Ngọc Lành" userId="8e0c50ca425b090c" providerId="LiveId" clId="{3598AC43-F96F-4B7B-9753-863815C9274C}" dt="2026-04-02T00:03:08.925" v="2589" actId="1076"/>
          <ac:picMkLst>
            <pc:docMk/>
            <pc:sldMk cId="2143120179" sldId="343"/>
            <ac:picMk id="8" creationId="{EE3F910F-153E-7115-8C47-5F72932A488A}"/>
          </ac:picMkLst>
        </pc:picChg>
      </pc:sldChg>
      <pc:sldChg chg="addSp modSp add del mod">
        <pc:chgData name="Lê Ngọc Lành" userId="8e0c50ca425b090c" providerId="LiveId" clId="{3598AC43-F96F-4B7B-9753-863815C9274C}" dt="2026-04-01T22:43:42.433" v="1849" actId="47"/>
        <pc:sldMkLst>
          <pc:docMk/>
          <pc:sldMk cId="2312486282" sldId="344"/>
        </pc:sldMkLst>
      </pc:sldChg>
      <pc:sldChg chg="modSp add del">
        <pc:chgData name="Lê Ngọc Lành" userId="8e0c50ca425b090c" providerId="LiveId" clId="{3598AC43-F96F-4B7B-9753-863815C9274C}" dt="2026-04-01T23:16:26.120" v="2141" actId="47"/>
        <pc:sldMkLst>
          <pc:docMk/>
          <pc:sldMk cId="86889666" sldId="345"/>
        </pc:sldMkLst>
      </pc:sldChg>
      <pc:sldChg chg="addSp delSp modSp add mod">
        <pc:chgData name="Lê Ngọc Lành" userId="8e0c50ca425b090c" providerId="LiveId" clId="{3598AC43-F96F-4B7B-9753-863815C9274C}" dt="2026-04-02T00:48:56.361" v="2973" actId="27636"/>
        <pc:sldMkLst>
          <pc:docMk/>
          <pc:sldMk cId="623457900" sldId="346"/>
        </pc:sldMkLst>
        <pc:spChg chg="mod">
          <ac:chgData name="Lê Ngọc Lành" userId="8e0c50ca425b090c" providerId="LiveId" clId="{3598AC43-F96F-4B7B-9753-863815C9274C}" dt="2026-04-02T00:48:56.361" v="2973" actId="27636"/>
          <ac:spMkLst>
            <pc:docMk/>
            <pc:sldMk cId="623457900" sldId="346"/>
            <ac:spMk id="2" creationId="{676FA6FB-6963-2E86-38F6-E00C1B539360}"/>
          </ac:spMkLst>
        </pc:spChg>
        <pc:spChg chg="add mod">
          <ac:chgData name="Lê Ngọc Lành" userId="8e0c50ca425b090c" providerId="LiveId" clId="{3598AC43-F96F-4B7B-9753-863815C9274C}" dt="2026-04-02T00:45:16.786" v="2918" actId="1076"/>
          <ac:spMkLst>
            <pc:docMk/>
            <pc:sldMk cId="623457900" sldId="346"/>
            <ac:spMk id="5" creationId="{DC41FB6B-E13D-AA30-218B-EC5894C6D23C}"/>
          </ac:spMkLst>
        </pc:spChg>
        <pc:spChg chg="del mod">
          <ac:chgData name="Lê Ngọc Lành" userId="8e0c50ca425b090c" providerId="LiveId" clId="{3598AC43-F96F-4B7B-9753-863815C9274C}" dt="2026-04-02T00:44:54.409" v="2913" actId="478"/>
          <ac:spMkLst>
            <pc:docMk/>
            <pc:sldMk cId="623457900" sldId="346"/>
            <ac:spMk id="8195" creationId="{353807C9-2BAF-CC78-54A2-4EB774D29CBA}"/>
          </ac:spMkLst>
        </pc:spChg>
        <pc:graphicFrameChg chg="add del">
          <ac:chgData name="Lê Ngọc Lành" userId="8e0c50ca425b090c" providerId="LiveId" clId="{3598AC43-F96F-4B7B-9753-863815C9274C}" dt="2026-04-01T23:19:48.180" v="2146" actId="3680"/>
          <ac:graphicFrameMkLst>
            <pc:docMk/>
            <pc:sldMk cId="623457900" sldId="346"/>
            <ac:graphicFrameMk id="3" creationId="{1C6EE9EE-6A1E-489C-40B1-40B5AFB8F8C4}"/>
          </ac:graphicFrameMkLst>
        </pc:graphicFrameChg>
        <pc:graphicFrameChg chg="add mod modGraphic">
          <ac:chgData name="Lê Ngọc Lành" userId="8e0c50ca425b090c" providerId="LiveId" clId="{3598AC43-F96F-4B7B-9753-863815C9274C}" dt="2026-04-02T00:46:08.475" v="2932" actId="948"/>
          <ac:graphicFrameMkLst>
            <pc:docMk/>
            <pc:sldMk cId="623457900" sldId="346"/>
            <ac:graphicFrameMk id="4" creationId="{67D50554-C98D-5D76-B132-5A28D8EED329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44:12.474" v="2903" actId="20577"/>
        <pc:sldMkLst>
          <pc:docMk/>
          <pc:sldMk cId="1255124363" sldId="347"/>
        </pc:sldMkLst>
        <pc:spChg chg="mod">
          <ac:chgData name="Lê Ngọc Lành" userId="8e0c50ca425b090c" providerId="LiveId" clId="{3598AC43-F96F-4B7B-9753-863815C9274C}" dt="2026-04-02T00:39:30.785" v="2865" actId="1076"/>
          <ac:spMkLst>
            <pc:docMk/>
            <pc:sldMk cId="1255124363" sldId="347"/>
            <ac:spMk id="2" creationId="{439A40F5-2E18-BD1E-8B96-488371DDAB74}"/>
          </ac:spMkLst>
        </pc:spChg>
        <pc:spChg chg="add mod">
          <ac:chgData name="Lê Ngọc Lành" userId="8e0c50ca425b090c" providerId="LiveId" clId="{3598AC43-F96F-4B7B-9753-863815C9274C}" dt="2026-04-02T00:39:21.090" v="2863" actId="1076"/>
          <ac:spMkLst>
            <pc:docMk/>
            <pc:sldMk cId="1255124363" sldId="347"/>
            <ac:spMk id="6" creationId="{FC56EC0F-3763-B1FB-A3C7-1E4F149A5667}"/>
          </ac:spMkLst>
        </pc:spChg>
        <pc:spChg chg="add mod">
          <ac:chgData name="Lê Ngọc Lành" userId="8e0c50ca425b090c" providerId="LiveId" clId="{3598AC43-F96F-4B7B-9753-863815C9274C}" dt="2026-04-02T00:44:12.474" v="2903" actId="20577"/>
          <ac:spMkLst>
            <pc:docMk/>
            <pc:sldMk cId="1255124363" sldId="347"/>
            <ac:spMk id="7" creationId="{31D7C8F1-2A4A-4DB6-86F5-9EF6C7575355}"/>
          </ac:spMkLst>
        </pc:spChg>
        <pc:spChg chg="add del mod">
          <ac:chgData name="Lê Ngọc Lành" userId="8e0c50ca425b090c" providerId="LiveId" clId="{3598AC43-F96F-4B7B-9753-863815C9274C}" dt="2026-04-02T00:39:15.051" v="2862" actId="478"/>
          <ac:spMkLst>
            <pc:docMk/>
            <pc:sldMk cId="1255124363" sldId="347"/>
            <ac:spMk id="8195" creationId="{F070C9FA-2EE5-0561-EC1B-3E2DCC5BC1BB}"/>
          </ac:spMkLst>
        </pc:spChg>
        <pc:graphicFrameChg chg="add mod modGraphic">
          <ac:chgData name="Lê Ngọc Lành" userId="8e0c50ca425b090c" providerId="LiveId" clId="{3598AC43-F96F-4B7B-9753-863815C9274C}" dt="2026-04-02T00:39:10.031" v="2861" actId="1076"/>
          <ac:graphicFrameMkLst>
            <pc:docMk/>
            <pc:sldMk cId="1255124363" sldId="347"/>
            <ac:graphicFrameMk id="3" creationId="{12A4C35B-D8F6-82F9-5E9F-302EDADB92F6}"/>
          </ac:graphicFrameMkLst>
        </pc:graphicFrameChg>
        <pc:picChg chg="add mod modCrop">
          <ac:chgData name="Lê Ngọc Lành" userId="8e0c50ca425b090c" providerId="LiveId" clId="{3598AC43-F96F-4B7B-9753-863815C9274C}" dt="2026-04-02T00:40:49.774" v="2876" actId="1076"/>
          <ac:picMkLst>
            <pc:docMk/>
            <pc:sldMk cId="1255124363" sldId="347"/>
            <ac:picMk id="5" creationId="{3CF8F1D5-3F4B-655B-5F14-17D5A50DEA3A}"/>
          </ac:picMkLst>
        </pc:picChg>
      </pc:sldChg>
      <pc:sldChg chg="addSp delSp modSp add mod ord">
        <pc:chgData name="Lê Ngọc Lành" userId="8e0c50ca425b090c" providerId="LiveId" clId="{3598AC43-F96F-4B7B-9753-863815C9274C}" dt="2026-04-02T00:40:03.840" v="2872" actId="2711"/>
        <pc:sldMkLst>
          <pc:docMk/>
          <pc:sldMk cId="1106708716" sldId="348"/>
        </pc:sldMkLst>
        <pc:spChg chg="mod">
          <ac:chgData name="Lê Ngọc Lành" userId="8e0c50ca425b090c" providerId="LiveId" clId="{3598AC43-F96F-4B7B-9753-863815C9274C}" dt="2026-04-02T00:40:03.840" v="2872" actId="2711"/>
          <ac:spMkLst>
            <pc:docMk/>
            <pc:sldMk cId="1106708716" sldId="348"/>
            <ac:spMk id="2" creationId="{23F8B4DE-8E66-4782-9AEF-4770FCED47C7}"/>
          </ac:spMkLst>
        </pc:spChg>
        <pc:spChg chg="add mod">
          <ac:chgData name="Lê Ngọc Lành" userId="8e0c50ca425b090c" providerId="LiveId" clId="{3598AC43-F96F-4B7B-9753-863815C9274C}" dt="2026-04-02T00:39:55.259" v="2871" actId="2711"/>
          <ac:spMkLst>
            <pc:docMk/>
            <pc:sldMk cId="1106708716" sldId="348"/>
            <ac:spMk id="4" creationId="{61F4C2C5-0035-1225-FB85-55F69D52D7C3}"/>
          </ac:spMkLst>
        </pc:spChg>
        <pc:spChg chg="del mod">
          <ac:chgData name="Lê Ngọc Lành" userId="8e0c50ca425b090c" providerId="LiveId" clId="{3598AC43-F96F-4B7B-9753-863815C9274C}" dt="2026-04-02T00:39:47.655" v="2867" actId="478"/>
          <ac:spMkLst>
            <pc:docMk/>
            <pc:sldMk cId="1106708716" sldId="348"/>
            <ac:spMk id="8195" creationId="{204D6D1A-625E-FB94-98B1-883F35D1D1FA}"/>
          </ac:spMkLst>
        </pc:spChg>
        <pc:graphicFrameChg chg="add mod modGraphic">
          <ac:chgData name="Lê Ngọc Lành" userId="8e0c50ca425b090c" providerId="LiveId" clId="{3598AC43-F96F-4B7B-9753-863815C9274C}" dt="2026-04-02T00:39:42.925" v="2866" actId="2711"/>
          <ac:graphicFrameMkLst>
            <pc:docMk/>
            <pc:sldMk cId="1106708716" sldId="348"/>
            <ac:graphicFrameMk id="3" creationId="{1E0A01C7-F41B-A755-5BBF-EB3903AF923C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8:15.027" v="2851" actId="1076"/>
        <pc:sldMkLst>
          <pc:docMk/>
          <pc:sldMk cId="3625679810" sldId="349"/>
        </pc:sldMkLst>
        <pc:spChg chg="mod">
          <ac:chgData name="Lê Ngọc Lành" userId="8e0c50ca425b090c" providerId="LiveId" clId="{3598AC43-F96F-4B7B-9753-863815C9274C}" dt="2026-04-02T00:38:15.027" v="2851" actId="1076"/>
          <ac:spMkLst>
            <pc:docMk/>
            <pc:sldMk cId="3625679810" sldId="349"/>
            <ac:spMk id="2" creationId="{A3F07A90-9DDE-C82D-08ED-8A74494FFD05}"/>
          </ac:spMkLst>
        </pc:spChg>
        <pc:spChg chg="add mod">
          <ac:chgData name="Lê Ngọc Lành" userId="8e0c50ca425b090c" providerId="LiveId" clId="{3598AC43-F96F-4B7B-9753-863815C9274C}" dt="2026-04-01T23:25:17.778" v="2166" actId="767"/>
          <ac:spMkLst>
            <pc:docMk/>
            <pc:sldMk cId="3625679810" sldId="349"/>
            <ac:spMk id="4" creationId="{FEAEC313-B67C-9137-2E88-CB00741F3CE7}"/>
          </ac:spMkLst>
        </pc:spChg>
        <pc:spChg chg="add mod">
          <ac:chgData name="Lê Ngọc Lành" userId="8e0c50ca425b090c" providerId="LiveId" clId="{3598AC43-F96F-4B7B-9753-863815C9274C}" dt="2026-04-02T00:38:07.285" v="2849" actId="1076"/>
          <ac:spMkLst>
            <pc:docMk/>
            <pc:sldMk cId="3625679810" sldId="349"/>
            <ac:spMk id="5" creationId="{7953C2FA-3661-002A-CCB6-DFE49549CCC5}"/>
          </ac:spMkLst>
        </pc:spChg>
        <pc:spChg chg="del mod">
          <ac:chgData name="Lê Ngọc Lành" userId="8e0c50ca425b090c" providerId="LiveId" clId="{3598AC43-F96F-4B7B-9753-863815C9274C}" dt="2026-04-02T00:37:57.336" v="2848" actId="478"/>
          <ac:spMkLst>
            <pc:docMk/>
            <pc:sldMk cId="3625679810" sldId="349"/>
            <ac:spMk id="8195" creationId="{0F95C084-5DA7-6DD6-5D0C-2849C321466E}"/>
          </ac:spMkLst>
        </pc:spChg>
        <pc:graphicFrameChg chg="add mod modGraphic">
          <ac:chgData name="Lê Ngọc Lành" userId="8e0c50ca425b090c" providerId="LiveId" clId="{3598AC43-F96F-4B7B-9753-863815C9274C}" dt="2026-04-02T00:01:42.145" v="2577" actId="14734"/>
          <ac:graphicFrameMkLst>
            <pc:docMk/>
            <pc:sldMk cId="3625679810" sldId="349"/>
            <ac:graphicFrameMk id="3" creationId="{6DB1CE39-9383-733F-CE62-A06385326AC4}"/>
          </ac:graphicFrameMkLst>
        </pc:graphicFrameChg>
      </pc:sldChg>
      <pc:sldChg chg="modSp add del">
        <pc:chgData name="Lê Ngọc Lành" userId="8e0c50ca425b090c" providerId="LiveId" clId="{3598AC43-F96F-4B7B-9753-863815C9274C}" dt="2026-04-01T23:39:14.106" v="2273" actId="47"/>
        <pc:sldMkLst>
          <pc:docMk/>
          <pc:sldMk cId="1744873280" sldId="350"/>
        </pc:sldMkLst>
      </pc:sldChg>
      <pc:sldChg chg="modSp add del">
        <pc:chgData name="Lê Ngọc Lành" userId="8e0c50ca425b090c" providerId="LiveId" clId="{3598AC43-F96F-4B7B-9753-863815C9274C}" dt="2026-04-01T23:39:14.658" v="2274" actId="47"/>
        <pc:sldMkLst>
          <pc:docMk/>
          <pc:sldMk cId="2525814745" sldId="351"/>
        </pc:sldMkLst>
      </pc:sldChg>
      <pc:sldChg chg="modSp add del">
        <pc:chgData name="Lê Ngọc Lành" userId="8e0c50ca425b090c" providerId="LiveId" clId="{3598AC43-F96F-4B7B-9753-863815C9274C}" dt="2026-04-01T23:39:15.039" v="2275" actId="47"/>
        <pc:sldMkLst>
          <pc:docMk/>
          <pc:sldMk cId="4241207610" sldId="352"/>
        </pc:sldMkLst>
      </pc:sldChg>
      <pc:sldChg chg="modSp add del">
        <pc:chgData name="Lê Ngọc Lành" userId="8e0c50ca425b090c" providerId="LiveId" clId="{3598AC43-F96F-4B7B-9753-863815C9274C}" dt="2026-04-01T23:39:19.813" v="2277" actId="47"/>
        <pc:sldMkLst>
          <pc:docMk/>
          <pc:sldMk cId="3353134899" sldId="353"/>
        </pc:sldMkLst>
      </pc:sldChg>
      <pc:sldChg chg="addSp delSp modSp add del ord">
        <pc:chgData name="Lê Ngọc Lành" userId="8e0c50ca425b090c" providerId="LiveId" clId="{3598AC43-F96F-4B7B-9753-863815C9274C}" dt="2026-04-01T23:39:17.730" v="2276" actId="47"/>
        <pc:sldMkLst>
          <pc:docMk/>
          <pc:sldMk cId="1908760483" sldId="354"/>
        </pc:sldMkLst>
      </pc:sldChg>
      <pc:sldChg chg="addSp delSp modSp add mod">
        <pc:chgData name="Lê Ngọc Lành" userId="8e0c50ca425b090c" providerId="LiveId" clId="{3598AC43-F96F-4B7B-9753-863815C9274C}" dt="2026-04-02T00:49:31.037" v="2982" actId="1076"/>
        <pc:sldMkLst>
          <pc:docMk/>
          <pc:sldMk cId="3057364539" sldId="355"/>
        </pc:sldMkLst>
        <pc:spChg chg="mod">
          <ac:chgData name="Lê Ngọc Lành" userId="8e0c50ca425b090c" providerId="LiveId" clId="{3598AC43-F96F-4B7B-9753-863815C9274C}" dt="2026-04-02T00:49:07.143" v="2974" actId="14100"/>
          <ac:spMkLst>
            <pc:docMk/>
            <pc:sldMk cId="3057364539" sldId="355"/>
            <ac:spMk id="2" creationId="{FEA6AD2D-CEB7-1804-9DF3-478180D91596}"/>
          </ac:spMkLst>
        </pc:spChg>
        <pc:spChg chg="add mod">
          <ac:chgData name="Lê Ngọc Lành" userId="8e0c50ca425b090c" providerId="LiveId" clId="{3598AC43-F96F-4B7B-9753-863815C9274C}" dt="2026-04-02T00:49:23.533" v="2978" actId="1076"/>
          <ac:spMkLst>
            <pc:docMk/>
            <pc:sldMk cId="3057364539" sldId="355"/>
            <ac:spMk id="5" creationId="{40933D60-F266-3FD7-0E15-A0D8752892DE}"/>
          </ac:spMkLst>
        </pc:spChg>
        <pc:spChg chg="add mod">
          <ac:chgData name="Lê Ngọc Lành" userId="8e0c50ca425b090c" providerId="LiveId" clId="{3598AC43-F96F-4B7B-9753-863815C9274C}" dt="2026-04-02T00:49:31.037" v="2982" actId="1076"/>
          <ac:spMkLst>
            <pc:docMk/>
            <pc:sldMk cId="3057364539" sldId="355"/>
            <ac:spMk id="6" creationId="{33AD791C-BD23-3E45-8511-6F806BFDA9E5}"/>
          </ac:spMkLst>
        </pc:spChg>
        <pc:spChg chg="del">
          <ac:chgData name="Lê Ngọc Lành" userId="8e0c50ca425b090c" providerId="LiveId" clId="{3598AC43-F96F-4B7B-9753-863815C9274C}" dt="2026-04-02T00:48:27.568" v="2968" actId="478"/>
          <ac:spMkLst>
            <pc:docMk/>
            <pc:sldMk cId="3057364539" sldId="355"/>
            <ac:spMk id="8195" creationId="{FCFFD0FA-5C1E-73B0-F4D0-488289A691BF}"/>
          </ac:spMkLst>
        </pc:spChg>
        <pc:graphicFrameChg chg="add mod modGraphic">
          <ac:chgData name="Lê Ngọc Lành" userId="8e0c50ca425b090c" providerId="LiveId" clId="{3598AC43-F96F-4B7B-9753-863815C9274C}" dt="2026-04-01T23:45:17.087" v="2336" actId="1076"/>
          <ac:graphicFrameMkLst>
            <pc:docMk/>
            <pc:sldMk cId="3057364539" sldId="355"/>
            <ac:graphicFrameMk id="3" creationId="{10700621-6E3F-6485-94A1-9A6A17B50115}"/>
          </ac:graphicFrameMkLst>
        </pc:graphicFrameChg>
        <pc:graphicFrameChg chg="add mod modGraphic">
          <ac:chgData name="Lê Ngọc Lành" userId="8e0c50ca425b090c" providerId="LiveId" clId="{3598AC43-F96F-4B7B-9753-863815C9274C}" dt="2026-04-01T23:45:43.877" v="2340" actId="1076"/>
          <ac:graphicFrameMkLst>
            <pc:docMk/>
            <pc:sldMk cId="3057364539" sldId="355"/>
            <ac:graphicFrameMk id="4" creationId="{CD87ED00-3668-962E-10ED-442B71C3AEC3}"/>
          </ac:graphicFrameMkLst>
        </pc:graphicFrameChg>
      </pc:sldChg>
      <pc:sldChg chg="modSp add mod">
        <pc:chgData name="Lê Ngọc Lành" userId="8e0c50ca425b090c" providerId="LiveId" clId="{3598AC43-F96F-4B7B-9753-863815C9274C}" dt="2026-04-02T01:09:12.976" v="3082" actId="20577"/>
        <pc:sldMkLst>
          <pc:docMk/>
          <pc:sldMk cId="2592473561" sldId="356"/>
        </pc:sldMkLst>
        <pc:spChg chg="mod">
          <ac:chgData name="Lê Ngọc Lành" userId="8e0c50ca425b090c" providerId="LiveId" clId="{3598AC43-F96F-4B7B-9753-863815C9274C}" dt="2026-04-02T00:50:05.626" v="2983" actId="2711"/>
          <ac:spMkLst>
            <pc:docMk/>
            <pc:sldMk cId="2592473561" sldId="356"/>
            <ac:spMk id="2" creationId="{D417D1BF-21D0-B493-E7AE-AF456ADE25EE}"/>
          </ac:spMkLst>
        </pc:spChg>
        <pc:spChg chg="mod">
          <ac:chgData name="Lê Ngọc Lành" userId="8e0c50ca425b090c" providerId="LiveId" clId="{3598AC43-F96F-4B7B-9753-863815C9274C}" dt="2026-04-02T01:09:12.976" v="3082" actId="20577"/>
          <ac:spMkLst>
            <pc:docMk/>
            <pc:sldMk cId="2592473561" sldId="356"/>
            <ac:spMk id="8195" creationId="{6FE1E489-A8E7-65A8-E261-33C2234F4FE2}"/>
          </ac:spMkLst>
        </pc:spChg>
      </pc:sldChg>
      <pc:sldChg chg="modSp add mod ord">
        <pc:chgData name="Lê Ngọc Lành" userId="8e0c50ca425b090c" providerId="LiveId" clId="{3598AC43-F96F-4B7B-9753-863815C9274C}" dt="2026-04-02T00:50:57.682" v="2989" actId="404"/>
        <pc:sldMkLst>
          <pc:docMk/>
          <pc:sldMk cId="513060099" sldId="357"/>
        </pc:sldMkLst>
        <pc:spChg chg="mod">
          <ac:chgData name="Lê Ngọc Lành" userId="8e0c50ca425b090c" providerId="LiveId" clId="{3598AC43-F96F-4B7B-9753-863815C9274C}" dt="2026-04-01T02:28:35.065" v="580" actId="20577"/>
          <ac:spMkLst>
            <pc:docMk/>
            <pc:sldMk cId="513060099" sldId="357"/>
            <ac:spMk id="2" creationId="{33DA87D5-C507-2B3E-6CD2-0BD29DF419C0}"/>
          </ac:spMkLst>
        </pc:spChg>
        <pc:spChg chg="mod">
          <ac:chgData name="Lê Ngọc Lành" userId="8e0c50ca425b090c" providerId="LiveId" clId="{3598AC43-F96F-4B7B-9753-863815C9274C}" dt="2026-04-02T00:50:57.682" v="2989" actId="404"/>
          <ac:spMkLst>
            <pc:docMk/>
            <pc:sldMk cId="513060099" sldId="357"/>
            <ac:spMk id="8195" creationId="{FFD9FF0C-1C3F-9F31-E2E5-7779A7AE8869}"/>
          </ac:spMkLst>
        </pc:spChg>
      </pc:sldChg>
      <pc:sldChg chg="addSp modSp add mod">
        <pc:chgData name="Lê Ngọc Lành" userId="8e0c50ca425b090c" providerId="LiveId" clId="{3598AC43-F96F-4B7B-9753-863815C9274C}" dt="2026-04-02T00:50:17.025" v="2984" actId="2711"/>
        <pc:sldMkLst>
          <pc:docMk/>
          <pc:sldMk cId="1540507818" sldId="358"/>
        </pc:sldMkLst>
        <pc:spChg chg="mod">
          <ac:chgData name="Lê Ngọc Lành" userId="8e0c50ca425b090c" providerId="LiveId" clId="{3598AC43-F96F-4B7B-9753-863815C9274C}" dt="2026-04-02T00:50:17.025" v="2984" actId="2711"/>
          <ac:spMkLst>
            <pc:docMk/>
            <pc:sldMk cId="1540507818" sldId="358"/>
            <ac:spMk id="2" creationId="{9E4A8508-8DBB-00A5-0CAA-B09806BF56B6}"/>
          </ac:spMkLst>
        </pc:spChg>
        <pc:spChg chg="mod">
          <ac:chgData name="Lê Ngọc Lành" userId="8e0c50ca425b090c" providerId="LiveId" clId="{3598AC43-F96F-4B7B-9753-863815C9274C}" dt="2026-03-31T10:21:33.522" v="530"/>
          <ac:spMkLst>
            <pc:docMk/>
            <pc:sldMk cId="1540507818" sldId="358"/>
            <ac:spMk id="8195" creationId="{7817B260-C2FA-EA80-E744-F47AD6ED4F4C}"/>
          </ac:spMkLst>
        </pc:spChg>
      </pc:sldChg>
      <pc:sldChg chg="modSp add mod">
        <pc:chgData name="Lê Ngọc Lành" userId="8e0c50ca425b090c" providerId="LiveId" clId="{3598AC43-F96F-4B7B-9753-863815C9274C}" dt="2026-04-02T00:50:27.197" v="2985" actId="2711"/>
        <pc:sldMkLst>
          <pc:docMk/>
          <pc:sldMk cId="3470284990" sldId="359"/>
        </pc:sldMkLst>
        <pc:spChg chg="mod">
          <ac:chgData name="Lê Ngọc Lành" userId="8e0c50ca425b090c" providerId="LiveId" clId="{3598AC43-F96F-4B7B-9753-863815C9274C}" dt="2026-04-02T00:50:27.197" v="2985" actId="2711"/>
          <ac:spMkLst>
            <pc:docMk/>
            <pc:sldMk cId="3470284990" sldId="359"/>
            <ac:spMk id="2" creationId="{A6910BDD-4094-F268-23AC-7B648F36FDA7}"/>
          </ac:spMkLst>
        </pc:spChg>
        <pc:spChg chg="mod">
          <ac:chgData name="Lê Ngọc Lành" userId="8e0c50ca425b090c" providerId="LiveId" clId="{3598AC43-F96F-4B7B-9753-863815C9274C}" dt="2026-03-31T10:22:07.015" v="533"/>
          <ac:spMkLst>
            <pc:docMk/>
            <pc:sldMk cId="3470284990" sldId="359"/>
            <ac:spMk id="8195" creationId="{68346BF8-349D-0CCA-E413-38619465D2EC}"/>
          </ac:spMkLst>
        </pc:spChg>
      </pc:sldChg>
      <pc:sldChg chg="modSp add mod ord">
        <pc:chgData name="Lê Ngọc Lành" userId="8e0c50ca425b090c" providerId="LiveId" clId="{3598AC43-F96F-4B7B-9753-863815C9274C}" dt="2026-04-01T23:56:43.887" v="2556"/>
        <pc:sldMkLst>
          <pc:docMk/>
          <pc:sldMk cId="734376838" sldId="360"/>
        </pc:sldMkLst>
        <pc:spChg chg="mod">
          <ac:chgData name="Lê Ngọc Lành" userId="8e0c50ca425b090c" providerId="LiveId" clId="{3598AC43-F96F-4B7B-9753-863815C9274C}" dt="2026-04-01T23:56:43.887" v="2556"/>
          <ac:spMkLst>
            <pc:docMk/>
            <pc:sldMk cId="734376838" sldId="360"/>
            <ac:spMk id="8195" creationId="{4A50E4E9-CB81-995A-F7AB-12DFF50CD1C7}"/>
          </ac:spMkLst>
        </pc:spChg>
      </pc:sldChg>
      <pc:sldChg chg="addSp delSp modSp add del mod">
        <pc:chgData name="Lê Ngọc Lành" userId="8e0c50ca425b090c" providerId="LiveId" clId="{3598AC43-F96F-4B7B-9753-863815C9274C}" dt="2026-04-01T09:18:44.016" v="1338" actId="47"/>
        <pc:sldMkLst>
          <pc:docMk/>
          <pc:sldMk cId="1056654140" sldId="361"/>
        </pc:sldMkLst>
        <pc:spChg chg="mod">
          <ac:chgData name="Lê Ngọc Lành" userId="8e0c50ca425b090c" providerId="LiveId" clId="{3598AC43-F96F-4B7B-9753-863815C9274C}" dt="2026-04-01T08:41:03.316" v="1277" actId="2711"/>
          <ac:spMkLst>
            <pc:docMk/>
            <pc:sldMk cId="1056654140" sldId="361"/>
            <ac:spMk id="2" creationId="{DB18FC46-0D6D-E91B-0FFF-4E6169F3708D}"/>
          </ac:spMkLst>
        </pc:spChg>
        <pc:spChg chg="mod">
          <ac:chgData name="Lê Ngọc Lành" userId="8e0c50ca425b090c" providerId="LiveId" clId="{3598AC43-F96F-4B7B-9753-863815C9274C}" dt="2026-04-01T08:43:18.849" v="1288" actId="20577"/>
          <ac:spMkLst>
            <pc:docMk/>
            <pc:sldMk cId="1056654140" sldId="361"/>
            <ac:spMk id="8195" creationId="{75E3AE0B-6E5F-7DB7-7868-4CB39B1CC465}"/>
          </ac:spMkLst>
        </pc:spChg>
        <pc:graphicFrameChg chg="add del mod modGraphic">
          <ac:chgData name="Lê Ngọc Lành" userId="8e0c50ca425b090c" providerId="LiveId" clId="{3598AC43-F96F-4B7B-9753-863815C9274C}" dt="2026-04-01T08:44:59.855" v="1308" actId="478"/>
          <ac:graphicFrameMkLst>
            <pc:docMk/>
            <pc:sldMk cId="1056654140" sldId="361"/>
            <ac:graphicFrameMk id="3" creationId="{8083D4B1-1484-BDA6-10E5-3082837DE47B}"/>
          </ac:graphicFrameMkLst>
        </pc:graphicFrameChg>
        <pc:graphicFrameChg chg="add del mod modGraphic">
          <ac:chgData name="Lê Ngọc Lành" userId="8e0c50ca425b090c" providerId="LiveId" clId="{3598AC43-F96F-4B7B-9753-863815C9274C}" dt="2026-04-01T08:48:28.901" v="1337" actId="478"/>
          <ac:graphicFrameMkLst>
            <pc:docMk/>
            <pc:sldMk cId="1056654140" sldId="361"/>
            <ac:graphicFrameMk id="4" creationId="{95D150A1-F6CD-5775-A010-2CC42FA3D32B}"/>
          </ac:graphicFrameMkLst>
        </pc:graphicFrameChg>
        <pc:graphicFrameChg chg="add mod">
          <ac:chgData name="Lê Ngọc Lành" userId="8e0c50ca425b090c" providerId="LiveId" clId="{3598AC43-F96F-4B7B-9753-863815C9274C}" dt="2026-04-01T08:45:57.441" v="1330"/>
          <ac:graphicFrameMkLst>
            <pc:docMk/>
            <pc:sldMk cId="1056654140" sldId="361"/>
            <ac:graphicFrameMk id="5" creationId="{9F464225-20E1-3A92-CBC4-64C55D951FDE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3:48.241" v="2789" actId="478"/>
        <pc:sldMkLst>
          <pc:docMk/>
          <pc:sldMk cId="2849476824" sldId="361"/>
        </pc:sldMkLst>
        <pc:spChg chg="mod">
          <ac:chgData name="Lê Ngọc Lành" userId="8e0c50ca425b090c" providerId="LiveId" clId="{3598AC43-F96F-4B7B-9753-863815C9274C}" dt="2026-04-02T00:33:25.419" v="2788" actId="27636"/>
          <ac:spMkLst>
            <pc:docMk/>
            <pc:sldMk cId="2849476824" sldId="361"/>
            <ac:spMk id="2" creationId="{2847D7F6-1FEE-C6CB-7536-54678CF0FD92}"/>
          </ac:spMkLst>
        </pc:spChg>
        <pc:spChg chg="add mod">
          <ac:chgData name="Lê Ngọc Lành" userId="8e0c50ca425b090c" providerId="LiveId" clId="{3598AC43-F96F-4B7B-9753-863815C9274C}" dt="2026-04-02T00:14:46.746" v="2642"/>
          <ac:spMkLst>
            <pc:docMk/>
            <pc:sldMk cId="2849476824" sldId="361"/>
            <ac:spMk id="4" creationId="{09E46523-8FB8-8133-92F0-A2E31ABF1100}"/>
          </ac:spMkLst>
        </pc:spChg>
        <pc:spChg chg="add mod">
          <ac:chgData name="Lê Ngọc Lành" userId="8e0c50ca425b090c" providerId="LiveId" clId="{3598AC43-F96F-4B7B-9753-863815C9274C}" dt="2026-04-02T00:33:19.610" v="2786" actId="1076"/>
          <ac:spMkLst>
            <pc:docMk/>
            <pc:sldMk cId="2849476824" sldId="361"/>
            <ac:spMk id="5" creationId="{91D4302D-A1A8-8A4B-D403-B4C57AE458AC}"/>
          </ac:spMkLst>
        </pc:spChg>
        <pc:spChg chg="add del">
          <ac:chgData name="Lê Ngọc Lành" userId="8e0c50ca425b090c" providerId="LiveId" clId="{3598AC43-F96F-4B7B-9753-863815C9274C}" dt="2026-04-02T00:33:48.241" v="2789" actId="478"/>
          <ac:spMkLst>
            <pc:docMk/>
            <pc:sldMk cId="2849476824" sldId="361"/>
            <ac:spMk id="8195" creationId="{0D9BBA43-9644-1652-3F9D-19C7FDCBE76F}"/>
          </ac:spMkLst>
        </pc:spChg>
        <pc:graphicFrameChg chg="add mod modGraphic">
          <ac:chgData name="Lê Ngọc Lành" userId="8e0c50ca425b090c" providerId="LiveId" clId="{3598AC43-F96F-4B7B-9753-863815C9274C}" dt="2026-04-02T00:14:43.202" v="2640" actId="1076"/>
          <ac:graphicFrameMkLst>
            <pc:docMk/>
            <pc:sldMk cId="2849476824" sldId="361"/>
            <ac:graphicFrameMk id="3" creationId="{EE20B7A4-FE2A-E53B-B7FA-21167E8580A7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4:26.615" v="2797" actId="27636"/>
        <pc:sldMkLst>
          <pc:docMk/>
          <pc:sldMk cId="957569751" sldId="362"/>
        </pc:sldMkLst>
        <pc:spChg chg="mod">
          <ac:chgData name="Lê Ngọc Lành" userId="8e0c50ca425b090c" providerId="LiveId" clId="{3598AC43-F96F-4B7B-9753-863815C9274C}" dt="2026-04-02T00:34:26.615" v="2797" actId="27636"/>
          <ac:spMkLst>
            <pc:docMk/>
            <pc:sldMk cId="957569751" sldId="362"/>
            <ac:spMk id="2" creationId="{417E1330-455B-99C2-5334-291712AFD9B2}"/>
          </ac:spMkLst>
        </pc:spChg>
        <pc:spChg chg="add mod">
          <ac:chgData name="Lê Ngọc Lành" userId="8e0c50ca425b090c" providerId="LiveId" clId="{3598AC43-F96F-4B7B-9753-863815C9274C}" dt="2026-04-02T00:34:11.027" v="2795" actId="1076"/>
          <ac:spMkLst>
            <pc:docMk/>
            <pc:sldMk cId="957569751" sldId="362"/>
            <ac:spMk id="4" creationId="{CB9EAFB6-F508-7663-B98E-D415CC35A53A}"/>
          </ac:spMkLst>
        </pc:spChg>
        <pc:spChg chg="del">
          <ac:chgData name="Lê Ngọc Lành" userId="8e0c50ca425b090c" providerId="LiveId" clId="{3598AC43-F96F-4B7B-9753-863815C9274C}" dt="2026-04-02T00:33:56.378" v="2791" actId="478"/>
          <ac:spMkLst>
            <pc:docMk/>
            <pc:sldMk cId="957569751" sldId="362"/>
            <ac:spMk id="8195" creationId="{CCFA88EE-9462-8311-F5A3-AF470C03E505}"/>
          </ac:spMkLst>
        </pc:spChg>
        <pc:graphicFrameChg chg="add mod modGraphic">
          <ac:chgData name="Lê Ngọc Lành" userId="8e0c50ca425b090c" providerId="LiveId" clId="{3598AC43-F96F-4B7B-9753-863815C9274C}" dt="2026-04-02T00:15:05.943" v="2647" actId="1076"/>
          <ac:graphicFrameMkLst>
            <pc:docMk/>
            <pc:sldMk cId="957569751" sldId="362"/>
            <ac:graphicFrameMk id="3" creationId="{69DB9E46-46CC-5CE4-1077-9D21B055BFEE}"/>
          </ac:graphicFrameMkLst>
        </pc:graphicFrameChg>
      </pc:sldChg>
      <pc:sldChg chg="add del">
        <pc:chgData name="Lê Ngọc Lành" userId="8e0c50ca425b090c" providerId="LiveId" clId="{3598AC43-F96F-4B7B-9753-863815C9274C}" dt="2026-04-01T09:19:05.272" v="1340" actId="47"/>
        <pc:sldMkLst>
          <pc:docMk/>
          <pc:sldMk cId="3536559178" sldId="362"/>
        </pc:sldMkLst>
      </pc:sldChg>
      <pc:sldChg chg="addSp delSp modSp add mod ord">
        <pc:chgData name="Lê Ngọc Lành" userId="8e0c50ca425b090c" providerId="LiveId" clId="{3598AC43-F96F-4B7B-9753-863815C9274C}" dt="2026-04-02T00:35:08.765" v="2807" actId="27636"/>
        <pc:sldMkLst>
          <pc:docMk/>
          <pc:sldMk cId="1702896796" sldId="363"/>
        </pc:sldMkLst>
        <pc:spChg chg="mod">
          <ac:chgData name="Lê Ngọc Lành" userId="8e0c50ca425b090c" providerId="LiveId" clId="{3598AC43-F96F-4B7B-9753-863815C9274C}" dt="2026-04-02T00:35:08.765" v="2807" actId="27636"/>
          <ac:spMkLst>
            <pc:docMk/>
            <pc:sldMk cId="1702896796" sldId="363"/>
            <ac:spMk id="2" creationId="{AD866175-A45A-0748-D105-BA3FF92BDD58}"/>
          </ac:spMkLst>
        </pc:spChg>
        <pc:spChg chg="add mod">
          <ac:chgData name="Lê Ngọc Lành" userId="8e0c50ca425b090c" providerId="LiveId" clId="{3598AC43-F96F-4B7B-9753-863815C9274C}" dt="2026-04-02T00:34:51.039" v="2804" actId="1076"/>
          <ac:spMkLst>
            <pc:docMk/>
            <pc:sldMk cId="1702896796" sldId="363"/>
            <ac:spMk id="4" creationId="{D1FD673B-5DA7-1B94-4D6D-9FFE080A99A8}"/>
          </ac:spMkLst>
        </pc:spChg>
        <pc:spChg chg="del">
          <ac:chgData name="Lê Ngọc Lành" userId="8e0c50ca425b090c" providerId="LiveId" clId="{3598AC43-F96F-4B7B-9753-863815C9274C}" dt="2026-04-02T00:34:37.073" v="2798" actId="478"/>
          <ac:spMkLst>
            <pc:docMk/>
            <pc:sldMk cId="1702896796" sldId="363"/>
            <ac:spMk id="8195" creationId="{310830EE-59CC-192D-6EE4-1F04D5D64736}"/>
          </ac:spMkLst>
        </pc:spChg>
        <pc:graphicFrameChg chg="add mod modGraphic">
          <ac:chgData name="Lê Ngọc Lành" userId="8e0c50ca425b090c" providerId="LiveId" clId="{3598AC43-F96F-4B7B-9753-863815C9274C}" dt="2026-04-02T00:15:23.142" v="2652" actId="1076"/>
          <ac:graphicFrameMkLst>
            <pc:docMk/>
            <pc:sldMk cId="1702896796" sldId="363"/>
            <ac:graphicFrameMk id="3" creationId="{09349BFE-747E-BC53-F024-9F0B3C2AE1C4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5:45.757" v="2817" actId="1076"/>
        <pc:sldMkLst>
          <pc:docMk/>
          <pc:sldMk cId="2260304004" sldId="364"/>
        </pc:sldMkLst>
        <pc:spChg chg="mod">
          <ac:chgData name="Lê Ngọc Lành" userId="8e0c50ca425b090c" providerId="LiveId" clId="{3598AC43-F96F-4B7B-9753-863815C9274C}" dt="2026-04-02T00:35:31.672" v="2811" actId="1076"/>
          <ac:spMkLst>
            <pc:docMk/>
            <pc:sldMk cId="2260304004" sldId="364"/>
            <ac:spMk id="2" creationId="{685827D7-77CD-5AAA-22CF-DF257DF769E2}"/>
          </ac:spMkLst>
        </pc:spChg>
        <pc:spChg chg="add mod">
          <ac:chgData name="Lê Ngọc Lành" userId="8e0c50ca425b090c" providerId="LiveId" clId="{3598AC43-F96F-4B7B-9753-863815C9274C}" dt="2026-04-02T00:35:45.757" v="2817" actId="1076"/>
          <ac:spMkLst>
            <pc:docMk/>
            <pc:sldMk cId="2260304004" sldId="364"/>
            <ac:spMk id="4" creationId="{AE0FC612-00BF-FC06-0748-EC832BAE8ADC}"/>
          </ac:spMkLst>
        </pc:spChg>
        <pc:spChg chg="del">
          <ac:chgData name="Lê Ngọc Lành" userId="8e0c50ca425b090c" providerId="LiveId" clId="{3598AC43-F96F-4B7B-9753-863815C9274C}" dt="2026-04-02T00:35:02.312" v="2805" actId="478"/>
          <ac:spMkLst>
            <pc:docMk/>
            <pc:sldMk cId="2260304004" sldId="364"/>
            <ac:spMk id="8195" creationId="{5702AFB3-3A89-2F0A-6E53-FE19CDE41F82}"/>
          </ac:spMkLst>
        </pc:spChg>
        <pc:graphicFrameChg chg="add mod modGraphic">
          <ac:chgData name="Lê Ngọc Lành" userId="8e0c50ca425b090c" providerId="LiveId" clId="{3598AC43-F96F-4B7B-9753-863815C9274C}" dt="2026-04-02T00:15:38.717" v="2657" actId="1076"/>
          <ac:graphicFrameMkLst>
            <pc:docMk/>
            <pc:sldMk cId="2260304004" sldId="364"/>
            <ac:graphicFrameMk id="3" creationId="{DCA1193B-196E-CA5A-12C3-AD0656D1F3B5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6:25.720" v="2829" actId="14100"/>
        <pc:sldMkLst>
          <pc:docMk/>
          <pc:sldMk cId="430446296" sldId="365"/>
        </pc:sldMkLst>
        <pc:spChg chg="mod">
          <ac:chgData name="Lê Ngọc Lành" userId="8e0c50ca425b090c" providerId="LiveId" clId="{3598AC43-F96F-4B7B-9753-863815C9274C}" dt="2026-04-02T00:36:25.720" v="2829" actId="14100"/>
          <ac:spMkLst>
            <pc:docMk/>
            <pc:sldMk cId="430446296" sldId="365"/>
            <ac:spMk id="2" creationId="{B7A96F24-0CDE-8B0E-462B-7F19ECC5CA46}"/>
          </ac:spMkLst>
        </pc:spChg>
        <pc:spChg chg="add mod">
          <ac:chgData name="Lê Ngọc Lành" userId="8e0c50ca425b090c" providerId="LiveId" clId="{3598AC43-F96F-4B7B-9753-863815C9274C}" dt="2026-04-02T00:36:10.226" v="2824" actId="1076"/>
          <ac:spMkLst>
            <pc:docMk/>
            <pc:sldMk cId="430446296" sldId="365"/>
            <ac:spMk id="4" creationId="{A61CED7C-4C7A-A3CD-6CAE-7ECF8CC8B14D}"/>
          </ac:spMkLst>
        </pc:spChg>
        <pc:spChg chg="del">
          <ac:chgData name="Lê Ngọc Lành" userId="8e0c50ca425b090c" providerId="LiveId" clId="{3598AC43-F96F-4B7B-9753-863815C9274C}" dt="2026-04-02T00:35:57.027" v="2818" actId="478"/>
          <ac:spMkLst>
            <pc:docMk/>
            <pc:sldMk cId="430446296" sldId="365"/>
            <ac:spMk id="8195" creationId="{76A6F4EF-109D-084C-04C0-A61550970A58}"/>
          </ac:spMkLst>
        </pc:spChg>
        <pc:graphicFrameChg chg="add mod modGraphic">
          <ac:chgData name="Lê Ngọc Lành" userId="8e0c50ca425b090c" providerId="LiveId" clId="{3598AC43-F96F-4B7B-9753-863815C9274C}" dt="2026-04-02T00:15:59.220" v="2662" actId="1076"/>
          <ac:graphicFrameMkLst>
            <pc:docMk/>
            <pc:sldMk cId="430446296" sldId="365"/>
            <ac:graphicFrameMk id="3" creationId="{DA848ADA-BF22-3A28-1724-4B3A0CCF016B}"/>
          </ac:graphicFrameMkLst>
        </pc:graphicFrameChg>
      </pc:sldChg>
      <pc:sldChg chg="addSp delSp modSp add mod ord">
        <pc:chgData name="Lê Ngọc Lành" userId="8e0c50ca425b090c" providerId="LiveId" clId="{3598AC43-F96F-4B7B-9753-863815C9274C}" dt="2026-04-02T00:36:53.101" v="2837" actId="1076"/>
        <pc:sldMkLst>
          <pc:docMk/>
          <pc:sldMk cId="3894251851" sldId="366"/>
        </pc:sldMkLst>
        <pc:spChg chg="mod">
          <ac:chgData name="Lê Ngọc Lành" userId="8e0c50ca425b090c" providerId="LiveId" clId="{3598AC43-F96F-4B7B-9753-863815C9274C}" dt="2026-04-02T00:36:38.872" v="2830" actId="2711"/>
          <ac:spMkLst>
            <pc:docMk/>
            <pc:sldMk cId="3894251851" sldId="366"/>
            <ac:spMk id="2" creationId="{0D8C7F4E-694E-8E92-1495-C1B71585D8FC}"/>
          </ac:spMkLst>
        </pc:spChg>
        <pc:spChg chg="add mod">
          <ac:chgData name="Lê Ngọc Lành" userId="8e0c50ca425b090c" providerId="LiveId" clId="{3598AC43-F96F-4B7B-9753-863815C9274C}" dt="2026-04-02T00:36:53.101" v="2837" actId="1076"/>
          <ac:spMkLst>
            <pc:docMk/>
            <pc:sldMk cId="3894251851" sldId="366"/>
            <ac:spMk id="4" creationId="{D0F001A6-9593-44B6-DD52-913C6ECFF453}"/>
          </ac:spMkLst>
        </pc:spChg>
        <pc:spChg chg="del">
          <ac:chgData name="Lê Ngọc Lành" userId="8e0c50ca425b090c" providerId="LiveId" clId="{3598AC43-F96F-4B7B-9753-863815C9274C}" dt="2026-04-02T00:36:42.023" v="2831" actId="478"/>
          <ac:spMkLst>
            <pc:docMk/>
            <pc:sldMk cId="3894251851" sldId="366"/>
            <ac:spMk id="8195" creationId="{03F3A5DA-5054-EBCD-93A9-EB01B92E4C58}"/>
          </ac:spMkLst>
        </pc:spChg>
        <pc:graphicFrameChg chg="add mod modGraphic">
          <ac:chgData name="Lê Ngọc Lành" userId="8e0c50ca425b090c" providerId="LiveId" clId="{3598AC43-F96F-4B7B-9753-863815C9274C}" dt="2026-04-02T00:16:14.665" v="2667" actId="1076"/>
          <ac:graphicFrameMkLst>
            <pc:docMk/>
            <pc:sldMk cId="3894251851" sldId="366"/>
            <ac:graphicFrameMk id="3" creationId="{85D019D5-67FF-9EEB-35E4-C7AE1E2668EE}"/>
          </ac:graphicFrameMkLst>
        </pc:graphicFrameChg>
      </pc:sldChg>
      <pc:sldChg chg="modSp add mod ord">
        <pc:chgData name="Lê Ngọc Lành" userId="8e0c50ca425b090c" providerId="LiveId" clId="{3598AC43-F96F-4B7B-9753-863815C9274C}" dt="2026-04-02T00:43:36.111" v="2894" actId="2711"/>
        <pc:sldMkLst>
          <pc:docMk/>
          <pc:sldMk cId="3362525353" sldId="367"/>
        </pc:sldMkLst>
        <pc:spChg chg="mod">
          <ac:chgData name="Lê Ngọc Lành" userId="8e0c50ca425b090c" providerId="LiveId" clId="{3598AC43-F96F-4B7B-9753-863815C9274C}" dt="2026-04-02T00:43:36.111" v="2894" actId="2711"/>
          <ac:spMkLst>
            <pc:docMk/>
            <pc:sldMk cId="3362525353" sldId="367"/>
            <ac:spMk id="8195" creationId="{95F4E757-8A36-4668-C2E1-1A8042C7244A}"/>
          </ac:spMkLst>
        </pc:spChg>
      </pc:sldChg>
      <pc:sldChg chg="modSp add mod">
        <pc:chgData name="Lê Ngọc Lành" userId="8e0c50ca425b090c" providerId="LiveId" clId="{3598AC43-F96F-4B7B-9753-863815C9274C}" dt="2026-04-02T00:50:51.772" v="2988" actId="27636"/>
        <pc:sldMkLst>
          <pc:docMk/>
          <pc:sldMk cId="994985761" sldId="368"/>
        </pc:sldMkLst>
        <pc:spChg chg="mod">
          <ac:chgData name="Lê Ngọc Lành" userId="8e0c50ca425b090c" providerId="LiveId" clId="{3598AC43-F96F-4B7B-9753-863815C9274C}" dt="2026-04-02T00:50:51.772" v="2988" actId="27636"/>
          <ac:spMkLst>
            <pc:docMk/>
            <pc:sldMk cId="994985761" sldId="368"/>
            <ac:spMk id="8195" creationId="{EA576F40-185E-E1D2-47C9-5F6F07C65B51}"/>
          </ac:spMkLst>
        </pc:spChg>
      </pc:sldChg>
      <pc:sldChg chg="addSp delSp modSp add mod">
        <pc:chgData name="Lê Ngọc Lành" userId="8e0c50ca425b090c" providerId="LiveId" clId="{3598AC43-F96F-4B7B-9753-863815C9274C}" dt="2026-04-02T00:44:40.477" v="2912" actId="255"/>
        <pc:sldMkLst>
          <pc:docMk/>
          <pc:sldMk cId="69372601" sldId="369"/>
        </pc:sldMkLst>
        <pc:spChg chg="mod">
          <ac:chgData name="Lê Ngọc Lành" userId="8e0c50ca425b090c" providerId="LiveId" clId="{3598AC43-F96F-4B7B-9753-863815C9274C}" dt="2026-04-02T00:40:22.851" v="2873" actId="2711"/>
          <ac:spMkLst>
            <pc:docMk/>
            <pc:sldMk cId="69372601" sldId="369"/>
            <ac:spMk id="2" creationId="{0E0FACDF-8575-344C-19D6-A0AD18876961}"/>
          </ac:spMkLst>
        </pc:spChg>
        <pc:spChg chg="add mod">
          <ac:chgData name="Lê Ngọc Lành" userId="8e0c50ca425b090c" providerId="LiveId" clId="{3598AC43-F96F-4B7B-9753-863815C9274C}" dt="2026-04-01T23:13:11.339" v="2125" actId="164"/>
          <ac:spMkLst>
            <pc:docMk/>
            <pc:sldMk cId="69372601" sldId="369"/>
            <ac:spMk id="7" creationId="{909B755B-F9AD-CE8B-D77F-82F5C8DB5E0B}"/>
          </ac:spMkLst>
        </pc:spChg>
        <pc:spChg chg="add mod">
          <ac:chgData name="Lê Ngọc Lành" userId="8e0c50ca425b090c" providerId="LiveId" clId="{3598AC43-F96F-4B7B-9753-863815C9274C}" dt="2026-04-01T23:13:11.339" v="2125" actId="164"/>
          <ac:spMkLst>
            <pc:docMk/>
            <pc:sldMk cId="69372601" sldId="369"/>
            <ac:spMk id="8" creationId="{9B376EAF-2F44-7CFC-CF57-81A82C45AF4C}"/>
          </ac:spMkLst>
        </pc:spChg>
        <pc:spChg chg="add mod ord">
          <ac:chgData name="Lê Ngọc Lành" userId="8e0c50ca425b090c" providerId="LiveId" clId="{3598AC43-F96F-4B7B-9753-863815C9274C}" dt="2026-04-01T23:15:04.011" v="2137" actId="164"/>
          <ac:spMkLst>
            <pc:docMk/>
            <pc:sldMk cId="69372601" sldId="369"/>
            <ac:spMk id="10" creationId="{EE38E202-875E-1D4C-DBB8-2174F6F910ED}"/>
          </ac:spMkLst>
        </pc:spChg>
        <pc:spChg chg="add mod">
          <ac:chgData name="Lê Ngọc Lành" userId="8e0c50ca425b090c" providerId="LiveId" clId="{3598AC43-F96F-4B7B-9753-863815C9274C}" dt="2026-04-02T00:44:22.814" v="2906" actId="122"/>
          <ac:spMkLst>
            <pc:docMk/>
            <pc:sldMk cId="69372601" sldId="369"/>
            <ac:spMk id="12" creationId="{FE810C49-208D-EE30-5F1A-56E22DC4C3B5}"/>
          </ac:spMkLst>
        </pc:spChg>
        <pc:spChg chg="add mod">
          <ac:chgData name="Lê Ngọc Lành" userId="8e0c50ca425b090c" providerId="LiveId" clId="{3598AC43-F96F-4B7B-9753-863815C9274C}" dt="2026-04-02T00:44:40.477" v="2912" actId="255"/>
          <ac:spMkLst>
            <pc:docMk/>
            <pc:sldMk cId="69372601" sldId="369"/>
            <ac:spMk id="13" creationId="{B77919D2-C7C1-EFCB-A950-DF2DF22648F2}"/>
          </ac:spMkLst>
        </pc:spChg>
        <pc:spChg chg="del mod">
          <ac:chgData name="Lê Ngọc Lành" userId="8e0c50ca425b090c" providerId="LiveId" clId="{3598AC43-F96F-4B7B-9753-863815C9274C}" dt="2026-04-02T00:44:26.675" v="2907" actId="478"/>
          <ac:spMkLst>
            <pc:docMk/>
            <pc:sldMk cId="69372601" sldId="369"/>
            <ac:spMk id="8195" creationId="{F7185257-51B8-5227-E6E5-B65B4BC35DC1}"/>
          </ac:spMkLst>
        </pc:spChg>
        <pc:grpChg chg="add mod">
          <ac:chgData name="Lê Ngọc Lành" userId="8e0c50ca425b090c" providerId="LiveId" clId="{3598AC43-F96F-4B7B-9753-863815C9274C}" dt="2026-04-01T23:15:04.011" v="2137" actId="164"/>
          <ac:grpSpMkLst>
            <pc:docMk/>
            <pc:sldMk cId="69372601" sldId="369"/>
            <ac:grpSpMk id="9" creationId="{5CAF4F9E-5D75-4C0A-B978-46FAB9894804}"/>
          </ac:grpSpMkLst>
        </pc:grpChg>
        <pc:grpChg chg="add mod">
          <ac:chgData name="Lê Ngọc Lành" userId="8e0c50ca425b090c" providerId="LiveId" clId="{3598AC43-F96F-4B7B-9753-863815C9274C}" dt="2026-04-01T23:54:42.674" v="2521" actId="1076"/>
          <ac:grpSpMkLst>
            <pc:docMk/>
            <pc:sldMk cId="69372601" sldId="369"/>
            <ac:grpSpMk id="11" creationId="{FF330C08-15C7-510C-8BFD-2A6CE43ECE8A}"/>
          </ac:grpSpMkLst>
        </pc:grpChg>
        <pc:picChg chg="add mod">
          <ac:chgData name="Lê Ngọc Lành" userId="8e0c50ca425b090c" providerId="LiveId" clId="{3598AC43-F96F-4B7B-9753-863815C9274C}" dt="2026-04-01T23:14:50.961" v="2136" actId="1076"/>
          <ac:picMkLst>
            <pc:docMk/>
            <pc:sldMk cId="69372601" sldId="369"/>
            <ac:picMk id="4" creationId="{89CDA774-71F2-B707-D527-F7DA5CCB1A58}"/>
          </ac:picMkLst>
        </pc:picChg>
        <pc:picChg chg="add mod">
          <ac:chgData name="Lê Ngọc Lành" userId="8e0c50ca425b090c" providerId="LiveId" clId="{3598AC43-F96F-4B7B-9753-863815C9274C}" dt="2026-04-01T23:06:20.835" v="1993" actId="1076"/>
          <ac:picMkLst>
            <pc:docMk/>
            <pc:sldMk cId="69372601" sldId="369"/>
            <ac:picMk id="6" creationId="{DB91CDD4-23E8-44AB-324D-5B0D3124417C}"/>
          </ac:picMkLst>
        </pc:picChg>
        <pc:picChg chg="add del mod">
          <ac:chgData name="Lê Ngọc Lành" userId="8e0c50ca425b090c" providerId="LiveId" clId="{3598AC43-F96F-4B7B-9753-863815C9274C}" dt="2026-04-01T23:05:40.802" v="1986" actId="478"/>
          <ac:picMkLst>
            <pc:docMk/>
            <pc:sldMk cId="69372601" sldId="369"/>
            <ac:picMk id="1026" creationId="{9842492C-7542-2AE6-19AB-212486D9D4C3}"/>
          </ac:picMkLst>
        </pc:picChg>
      </pc:sldChg>
      <pc:sldChg chg="addSp delSp modSp add mod">
        <pc:chgData name="Lê Ngọc Lành" userId="8e0c50ca425b090c" providerId="LiveId" clId="{3598AC43-F96F-4B7B-9753-863815C9274C}" dt="2026-04-02T00:47:04.642" v="2946" actId="1076"/>
        <pc:sldMkLst>
          <pc:docMk/>
          <pc:sldMk cId="2319852134" sldId="370"/>
        </pc:sldMkLst>
        <pc:spChg chg="mod">
          <ac:chgData name="Lê Ngọc Lành" userId="8e0c50ca425b090c" providerId="LiveId" clId="{3598AC43-F96F-4B7B-9753-863815C9274C}" dt="2026-04-01T23:29:35.393" v="2177" actId="404"/>
          <ac:spMkLst>
            <pc:docMk/>
            <pc:sldMk cId="2319852134" sldId="370"/>
            <ac:spMk id="2" creationId="{4951D43D-0EBB-DEDD-978F-0BD470403FAD}"/>
          </ac:spMkLst>
        </pc:spChg>
        <pc:spChg chg="add mod">
          <ac:chgData name="Lê Ngọc Lành" userId="8e0c50ca425b090c" providerId="LiveId" clId="{3598AC43-F96F-4B7B-9753-863815C9274C}" dt="2026-04-01T23:50:34.587" v="2374"/>
          <ac:spMkLst>
            <pc:docMk/>
            <pc:sldMk cId="2319852134" sldId="370"/>
            <ac:spMk id="8" creationId="{DC5B582D-F68A-AA0F-F71B-DBF9E0E2632E}"/>
          </ac:spMkLst>
        </pc:spChg>
        <pc:spChg chg="add mod">
          <ac:chgData name="Lê Ngọc Lành" userId="8e0c50ca425b090c" providerId="LiveId" clId="{3598AC43-F96F-4B7B-9753-863815C9274C}" dt="2026-04-02T00:46:33.182" v="2937" actId="122"/>
          <ac:spMkLst>
            <pc:docMk/>
            <pc:sldMk cId="2319852134" sldId="370"/>
            <ac:spMk id="9" creationId="{7863BC41-7698-D97B-D8AC-3FB0EFDEDB71}"/>
          </ac:spMkLst>
        </pc:spChg>
        <pc:spChg chg="add mod">
          <ac:chgData name="Lê Ngọc Lành" userId="8e0c50ca425b090c" providerId="LiveId" clId="{3598AC43-F96F-4B7B-9753-863815C9274C}" dt="2026-04-01T23:51:02.133" v="2380"/>
          <ac:spMkLst>
            <pc:docMk/>
            <pc:sldMk cId="2319852134" sldId="370"/>
            <ac:spMk id="10" creationId="{A9A83623-35C2-D622-2F6F-3288C42458A1}"/>
          </ac:spMkLst>
        </pc:spChg>
        <pc:spChg chg="add mod">
          <ac:chgData name="Lê Ngọc Lành" userId="8e0c50ca425b090c" providerId="LiveId" clId="{3598AC43-F96F-4B7B-9753-863815C9274C}" dt="2026-04-02T00:47:01.075" v="2945" actId="1076"/>
          <ac:spMkLst>
            <pc:docMk/>
            <pc:sldMk cId="2319852134" sldId="370"/>
            <ac:spMk id="11" creationId="{51BD479E-CE1E-4EC1-677E-0CEBD5CFBF23}"/>
          </ac:spMkLst>
        </pc:spChg>
        <pc:spChg chg="add del mod">
          <ac:chgData name="Lê Ngọc Lành" userId="8e0c50ca425b090c" providerId="LiveId" clId="{3598AC43-F96F-4B7B-9753-863815C9274C}" dt="2026-04-01T23:51:02.133" v="2380"/>
          <ac:spMkLst>
            <pc:docMk/>
            <pc:sldMk cId="2319852134" sldId="370"/>
            <ac:spMk id="8195" creationId="{9925ADB3-1B86-1B81-3E47-EE56F6CC0BFA}"/>
          </ac:spMkLst>
        </pc:spChg>
        <pc:graphicFrameChg chg="add mod">
          <ac:chgData name="Lê Ngọc Lành" userId="8e0c50ca425b090c" providerId="LiveId" clId="{3598AC43-F96F-4B7B-9753-863815C9274C}" dt="2026-04-01T23:29:50.141" v="2179"/>
          <ac:graphicFrameMkLst>
            <pc:docMk/>
            <pc:sldMk cId="2319852134" sldId="370"/>
            <ac:graphicFrameMk id="3" creationId="{98B22D9F-FBDC-118C-1072-24335813B8A3}"/>
          </ac:graphicFrameMkLst>
        </pc:graphicFrameChg>
        <pc:graphicFrameChg chg="add del">
          <ac:chgData name="Lê Ngọc Lành" userId="8e0c50ca425b090c" providerId="LiveId" clId="{3598AC43-F96F-4B7B-9753-863815C9274C}" dt="2026-04-01T23:30:46.589" v="2185" actId="3680"/>
          <ac:graphicFrameMkLst>
            <pc:docMk/>
            <pc:sldMk cId="2319852134" sldId="370"/>
            <ac:graphicFrameMk id="6" creationId="{2FBEC273-ECCC-E783-B3DC-E57A9978DAE3}"/>
          </ac:graphicFrameMkLst>
        </pc:graphicFrameChg>
        <pc:graphicFrameChg chg="add mod modGraphic">
          <ac:chgData name="Lê Ngọc Lành" userId="8e0c50ca425b090c" providerId="LiveId" clId="{3598AC43-F96F-4B7B-9753-863815C9274C}" dt="2026-04-02T00:47:04.642" v="2946" actId="1076"/>
          <ac:graphicFrameMkLst>
            <pc:docMk/>
            <pc:sldMk cId="2319852134" sldId="370"/>
            <ac:graphicFrameMk id="7" creationId="{B56457FE-E1C8-2F26-539D-4EF53B1AE908}"/>
          </ac:graphicFrameMkLst>
        </pc:graphicFrameChg>
        <pc:picChg chg="add mod">
          <ac:chgData name="Lê Ngọc Lành" userId="8e0c50ca425b090c" providerId="LiveId" clId="{3598AC43-F96F-4B7B-9753-863815C9274C}" dt="2026-04-01T23:31:45.383" v="2200" actId="1076"/>
          <ac:picMkLst>
            <pc:docMk/>
            <pc:sldMk cId="2319852134" sldId="370"/>
            <ac:picMk id="5" creationId="{D79EAE92-8D7F-D5B7-E88A-206858774EDA}"/>
          </ac:picMkLst>
        </pc:picChg>
      </pc:sldChg>
      <pc:sldChg chg="addSp delSp modSp add mod">
        <pc:chgData name="Lê Ngọc Lành" userId="8e0c50ca425b090c" providerId="LiveId" clId="{3598AC43-F96F-4B7B-9753-863815C9274C}" dt="2026-04-02T00:48:45.110" v="2971" actId="2711"/>
        <pc:sldMkLst>
          <pc:docMk/>
          <pc:sldMk cId="2162688548" sldId="371"/>
        </pc:sldMkLst>
        <pc:spChg chg="mod">
          <ac:chgData name="Lê Ngọc Lành" userId="8e0c50ca425b090c" providerId="LiveId" clId="{3598AC43-F96F-4B7B-9753-863815C9274C}" dt="2026-04-02T00:48:45.110" v="2971" actId="2711"/>
          <ac:spMkLst>
            <pc:docMk/>
            <pc:sldMk cId="2162688548" sldId="371"/>
            <ac:spMk id="2" creationId="{367EA35C-3543-15F3-31B3-A0B018286CDC}"/>
          </ac:spMkLst>
        </pc:spChg>
        <pc:spChg chg="add mod">
          <ac:chgData name="Lê Ngọc Lành" userId="8e0c50ca425b090c" providerId="LiveId" clId="{3598AC43-F96F-4B7B-9753-863815C9274C}" dt="2026-04-01T23:47:50.885" v="2353"/>
          <ac:spMkLst>
            <pc:docMk/>
            <pc:sldMk cId="2162688548" sldId="371"/>
            <ac:spMk id="9" creationId="{7E085AEF-278E-03A0-9C56-BA3B9C510B03}"/>
          </ac:spMkLst>
        </pc:spChg>
        <pc:spChg chg="add mod">
          <ac:chgData name="Lê Ngọc Lành" userId="8e0c50ca425b090c" providerId="LiveId" clId="{3598AC43-F96F-4B7B-9753-863815C9274C}" dt="2026-04-02T00:47:32.068" v="2952" actId="404"/>
          <ac:spMkLst>
            <pc:docMk/>
            <pc:sldMk cId="2162688548" sldId="371"/>
            <ac:spMk id="10" creationId="{B677D256-37F5-3178-2907-EDB0288562AE}"/>
          </ac:spMkLst>
        </pc:spChg>
        <pc:spChg chg="add mod">
          <ac:chgData name="Lê Ngọc Lành" userId="8e0c50ca425b090c" providerId="LiveId" clId="{3598AC43-F96F-4B7B-9753-863815C9274C}" dt="2026-04-02T00:48:00.321" v="2961" actId="114"/>
          <ac:spMkLst>
            <pc:docMk/>
            <pc:sldMk cId="2162688548" sldId="371"/>
            <ac:spMk id="11" creationId="{DA87CE65-27D3-00B7-262A-2FD7D7F26864}"/>
          </ac:spMkLst>
        </pc:spChg>
        <pc:spChg chg="add del">
          <ac:chgData name="Lê Ngọc Lành" userId="8e0c50ca425b090c" providerId="LiveId" clId="{3598AC43-F96F-4B7B-9753-863815C9274C}" dt="2026-04-01T23:47:50.885" v="2353"/>
          <ac:spMkLst>
            <pc:docMk/>
            <pc:sldMk cId="2162688548" sldId="371"/>
            <ac:spMk id="8195" creationId="{4224544E-0C8D-467D-6CB6-2E4ABEF01234}"/>
          </ac:spMkLst>
        </pc:spChg>
        <pc:graphicFrameChg chg="del">
          <ac:chgData name="Lê Ngọc Lành" userId="8e0c50ca425b090c" providerId="LiveId" clId="{3598AC43-F96F-4B7B-9753-863815C9274C}" dt="2026-04-01T23:33:34.180" v="2213" actId="478"/>
          <ac:graphicFrameMkLst>
            <pc:docMk/>
            <pc:sldMk cId="2162688548" sldId="371"/>
            <ac:graphicFrameMk id="7" creationId="{1531C36C-1783-3AA0-5DF8-70778B3112CF}"/>
          </ac:graphicFrameMkLst>
        </pc:graphicFrameChg>
        <pc:picChg chg="add mod">
          <ac:chgData name="Lê Ngọc Lành" userId="8e0c50ca425b090c" providerId="LiveId" clId="{3598AC43-F96F-4B7B-9753-863815C9274C}" dt="2026-04-01T23:36:07.817" v="2230" actId="1076"/>
          <ac:picMkLst>
            <pc:docMk/>
            <pc:sldMk cId="2162688548" sldId="371"/>
            <ac:picMk id="4" creationId="{00FC0922-4905-7CA3-6D8E-129F5A279685}"/>
          </ac:picMkLst>
        </pc:picChg>
        <pc:picChg chg="mod modCrop">
          <ac:chgData name="Lê Ngọc Lành" userId="8e0c50ca425b090c" providerId="LiveId" clId="{3598AC43-F96F-4B7B-9753-863815C9274C}" dt="2026-04-01T23:36:13.617" v="2231" actId="1076"/>
          <ac:picMkLst>
            <pc:docMk/>
            <pc:sldMk cId="2162688548" sldId="371"/>
            <ac:picMk id="5" creationId="{84D40FAE-B754-1C35-964A-E60CE6A950BD}"/>
          </ac:picMkLst>
        </pc:picChg>
        <pc:picChg chg="add del">
          <ac:chgData name="Lê Ngọc Lành" userId="8e0c50ca425b090c" providerId="LiveId" clId="{3598AC43-F96F-4B7B-9753-863815C9274C}" dt="2026-04-01T23:47:41.823" v="2351" actId="22"/>
          <ac:picMkLst>
            <pc:docMk/>
            <pc:sldMk cId="2162688548" sldId="371"/>
            <ac:picMk id="8" creationId="{40EB114A-3A16-4848-A325-6AA621CC751D}"/>
          </ac:picMkLst>
        </pc:picChg>
      </pc:sldChg>
      <pc:sldChg chg="addSp delSp modSp add mod">
        <pc:chgData name="Lê Ngọc Lành" userId="8e0c50ca425b090c" providerId="LiveId" clId="{3598AC43-F96F-4B7B-9753-863815C9274C}" dt="2026-04-02T00:48:38.573" v="2970" actId="2711"/>
        <pc:sldMkLst>
          <pc:docMk/>
          <pc:sldMk cId="2903158571" sldId="372"/>
        </pc:sldMkLst>
        <pc:spChg chg="mod">
          <ac:chgData name="Lê Ngọc Lành" userId="8e0c50ca425b090c" providerId="LiveId" clId="{3598AC43-F96F-4B7B-9753-863815C9274C}" dt="2026-04-02T00:48:38.573" v="2970" actId="2711"/>
          <ac:spMkLst>
            <pc:docMk/>
            <pc:sldMk cId="2903158571" sldId="372"/>
            <ac:spMk id="2" creationId="{0F28495D-0E27-34C1-1A43-46AC4EC857F8}"/>
          </ac:spMkLst>
        </pc:spChg>
        <pc:spChg chg="add mod">
          <ac:chgData name="Lê Ngọc Lành" userId="8e0c50ca425b090c" providerId="LiveId" clId="{3598AC43-F96F-4B7B-9753-863815C9274C}" dt="2026-04-01T23:46:53.413" v="2346"/>
          <ac:spMkLst>
            <pc:docMk/>
            <pc:sldMk cId="2903158571" sldId="372"/>
            <ac:spMk id="7" creationId="{A4226E1B-E8C2-E2BC-F332-030741AAC5C7}"/>
          </ac:spMkLst>
        </pc:spChg>
        <pc:spChg chg="add mod">
          <ac:chgData name="Lê Ngọc Lành" userId="8e0c50ca425b090c" providerId="LiveId" clId="{3598AC43-F96F-4B7B-9753-863815C9274C}" dt="2026-04-02T00:48:19.092" v="2967" actId="1076"/>
          <ac:spMkLst>
            <pc:docMk/>
            <pc:sldMk cId="2903158571" sldId="372"/>
            <ac:spMk id="8" creationId="{FB2AD922-F564-62E6-571C-4179BC2B23CC}"/>
          </ac:spMkLst>
        </pc:spChg>
        <pc:spChg chg="add del">
          <ac:chgData name="Lê Ngọc Lành" userId="8e0c50ca425b090c" providerId="LiveId" clId="{3598AC43-F96F-4B7B-9753-863815C9274C}" dt="2026-04-02T00:48:11.501" v="2965" actId="478"/>
          <ac:spMkLst>
            <pc:docMk/>
            <pc:sldMk cId="2903158571" sldId="372"/>
            <ac:spMk id="8195" creationId="{9EB3ED54-ED00-2180-AA9F-49750560F904}"/>
          </ac:spMkLst>
        </pc:spChg>
        <pc:graphicFrameChg chg="add del mod modGraphic">
          <ac:chgData name="Lê Ngọc Lành" userId="8e0c50ca425b090c" providerId="LiveId" clId="{3598AC43-F96F-4B7B-9753-863815C9274C}" dt="2026-04-01T23:37:26.615" v="2254" actId="3680"/>
          <ac:graphicFrameMkLst>
            <pc:docMk/>
            <pc:sldMk cId="2903158571" sldId="372"/>
            <ac:graphicFrameMk id="3" creationId="{EFD73858-1C7E-45F7-613A-55EB890F6809}"/>
          </ac:graphicFrameMkLst>
        </pc:graphicFrameChg>
        <pc:graphicFrameChg chg="add mod modGraphic">
          <ac:chgData name="Lê Ngọc Lành" userId="8e0c50ca425b090c" providerId="LiveId" clId="{3598AC43-F96F-4B7B-9753-863815C9274C}" dt="2026-04-01T23:38:48.166" v="2272" actId="1076"/>
          <ac:graphicFrameMkLst>
            <pc:docMk/>
            <pc:sldMk cId="2903158571" sldId="372"/>
            <ac:graphicFrameMk id="6" creationId="{D0D3C078-357C-37C3-9DF9-71689A9387E6}"/>
          </ac:graphicFrameMkLst>
        </pc:graphicFrameChg>
        <pc:picChg chg="del">
          <ac:chgData name="Lê Ngọc Lành" userId="8e0c50ca425b090c" providerId="LiveId" clId="{3598AC43-F96F-4B7B-9753-863815C9274C}" dt="2026-04-01T23:36:30.245" v="2233" actId="478"/>
          <ac:picMkLst>
            <pc:docMk/>
            <pc:sldMk cId="2903158571" sldId="372"/>
            <ac:picMk id="4" creationId="{AACAF93D-6056-848B-5F62-88951C14E825}"/>
          </ac:picMkLst>
        </pc:picChg>
        <pc:picChg chg="del">
          <ac:chgData name="Lê Ngọc Lành" userId="8e0c50ca425b090c" providerId="LiveId" clId="{3598AC43-F96F-4B7B-9753-863815C9274C}" dt="2026-04-01T23:38:27.588" v="2271" actId="478"/>
          <ac:picMkLst>
            <pc:docMk/>
            <pc:sldMk cId="2903158571" sldId="372"/>
            <ac:picMk id="5" creationId="{5F337750-74F9-CE82-94D2-A044C74BF784}"/>
          </ac:picMkLst>
        </pc:picChg>
      </pc:sldChg>
      <pc:sldChg chg="add del">
        <pc:chgData name="Lê Ngọc Lành" userId="8e0c50ca425b090c" providerId="LiveId" clId="{3598AC43-F96F-4B7B-9753-863815C9274C}" dt="2026-04-02T00:53:26.570" v="3053" actId="47"/>
        <pc:sldMkLst>
          <pc:docMk/>
          <pc:sldMk cId="3731618841" sldId="373"/>
        </pc:sldMkLst>
      </pc:sldChg>
      <pc:sldChg chg="modSp add mod ord">
        <pc:chgData name="Lê Ngọc Lành" userId="8e0c50ca425b090c" providerId="LiveId" clId="{3598AC43-F96F-4B7B-9753-863815C9274C}" dt="2026-04-02T00:52:03.456" v="2994" actId="20577"/>
        <pc:sldMkLst>
          <pc:docMk/>
          <pc:sldMk cId="0" sldId="450"/>
        </pc:sldMkLst>
        <pc:spChg chg="mod">
          <ac:chgData name="Lê Ngọc Lành" userId="8e0c50ca425b090c" providerId="LiveId" clId="{3598AC43-F96F-4B7B-9753-863815C9274C}" dt="2026-04-02T00:52:03.456" v="2994" actId="20577"/>
          <ac:spMkLst>
            <pc:docMk/>
            <pc:sldMk cId="0" sldId="450"/>
            <ac:spMk id="8" creationId="{00000000-0000-0000-0000-000000000000}"/>
          </ac:spMkLst>
        </pc:spChg>
      </pc:sldChg>
      <pc:sldChg chg="modSp add mod ord">
        <pc:chgData name="Lê Ngọc Lành" userId="8e0c50ca425b090c" providerId="LiveId" clId="{3598AC43-F96F-4B7B-9753-863815C9274C}" dt="2026-04-02T00:52:26.051" v="3020" actId="20577"/>
        <pc:sldMkLst>
          <pc:docMk/>
          <pc:sldMk cId="3562116458" sldId="451"/>
        </pc:sldMkLst>
        <pc:spChg chg="mod">
          <ac:chgData name="Lê Ngọc Lành" userId="8e0c50ca425b090c" providerId="LiveId" clId="{3598AC43-F96F-4B7B-9753-863815C9274C}" dt="2026-04-02T00:52:26.051" v="3020" actId="20577"/>
          <ac:spMkLst>
            <pc:docMk/>
            <pc:sldMk cId="3562116458" sldId="451"/>
            <ac:spMk id="8" creationId="{F57CF64C-1AAF-66BD-43BF-7C0EEF6E2B18}"/>
          </ac:spMkLst>
        </pc:spChg>
      </pc:sldChg>
      <pc:sldChg chg="modSp add mod ord">
        <pc:chgData name="Lê Ngọc Lành" userId="8e0c50ca425b090c" providerId="LiveId" clId="{3598AC43-F96F-4B7B-9753-863815C9274C}" dt="2026-04-02T00:53:05.845" v="3038" actId="20577"/>
        <pc:sldMkLst>
          <pc:docMk/>
          <pc:sldMk cId="3202216213" sldId="452"/>
        </pc:sldMkLst>
        <pc:spChg chg="mod">
          <ac:chgData name="Lê Ngọc Lành" userId="8e0c50ca425b090c" providerId="LiveId" clId="{3598AC43-F96F-4B7B-9753-863815C9274C}" dt="2026-04-02T00:53:05.845" v="3038" actId="20577"/>
          <ac:spMkLst>
            <pc:docMk/>
            <pc:sldMk cId="3202216213" sldId="452"/>
            <ac:spMk id="8" creationId="{C46DCF48-C997-AF4C-BB40-4A4418CC10B8}"/>
          </ac:spMkLst>
        </pc:spChg>
      </pc:sldChg>
      <pc:sldChg chg="modSp add mod ord">
        <pc:chgData name="Lê Ngọc Lành" userId="8e0c50ca425b090c" providerId="LiveId" clId="{3598AC43-F96F-4B7B-9753-863815C9274C}" dt="2026-04-02T00:53:22.504" v="3052" actId="20577"/>
        <pc:sldMkLst>
          <pc:docMk/>
          <pc:sldMk cId="620897536" sldId="453"/>
        </pc:sldMkLst>
        <pc:spChg chg="mod">
          <ac:chgData name="Lê Ngọc Lành" userId="8e0c50ca425b090c" providerId="LiveId" clId="{3598AC43-F96F-4B7B-9753-863815C9274C}" dt="2026-04-02T00:53:22.504" v="3052" actId="20577"/>
          <ac:spMkLst>
            <pc:docMk/>
            <pc:sldMk cId="620897536" sldId="453"/>
            <ac:spMk id="8" creationId="{02D1A64B-569E-CA3E-B3D3-BCE0B5C454D7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510E-2DD8-44D2-8140-5CCCAF97B4E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54B8A-DE42-4955-AB74-C41E4CB4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D40D3-4564-40BF-B8A4-5D7EEBD71B3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36BE8-C6B9-419E-9D56-FD3E701AF1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iaBa-UTE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RU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Ơ KH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K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2" y="329805"/>
            <a:ext cx="6048826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 May &amp;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C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Đ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4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HH &amp;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34428"/>
            <a:ext cx="6048812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289" y="334428"/>
            <a:ext cx="5988589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428"/>
            <a:ext cx="5981505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833"/>
            <a:ext cx="5981505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L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4833"/>
            <a:ext cx="5975602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DTC&amp;Q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8765"/>
            <a:ext cx="5975602" cy="81310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erson holding a card with a bouquet of flowers&#10;&#10;Description automatically generate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7" y="707671"/>
            <a:ext cx="12189541" cy="61500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5562600" y="-212634"/>
            <a:ext cx="9723120" cy="6568984"/>
            <a:chOff x="5765711" y="766150"/>
            <a:chExt cx="6803076" cy="4596189"/>
          </a:xfrm>
        </p:grpSpPr>
        <p:sp>
          <p:nvSpPr>
            <p:cNvPr id="6" name="Rectangle 5"/>
            <p:cNvSpPr/>
            <p:nvPr userDrawn="1"/>
          </p:nvSpPr>
          <p:spPr>
            <a:xfrm rot="2700000">
              <a:off x="5765711" y="1908218"/>
              <a:ext cx="384721" cy="384721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 rot="2700000">
              <a:off x="6152172" y="2195720"/>
              <a:ext cx="1737049" cy="1737049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 rot="2700000">
              <a:off x="7310581" y="3251267"/>
              <a:ext cx="1487359" cy="1487359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Rectangle 4"/>
            <p:cNvSpPr/>
            <p:nvPr userDrawn="1"/>
          </p:nvSpPr>
          <p:spPr>
            <a:xfrm rot="2700000">
              <a:off x="7972598" y="766150"/>
              <a:ext cx="4596189" cy="4596189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 userDrawn="1"/>
          </p:nvSpPr>
          <p:spPr>
            <a:xfrm rot="2700000">
              <a:off x="6728295" y="2190471"/>
              <a:ext cx="1747549" cy="1747549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 rot="2700000">
              <a:off x="6248428" y="4310369"/>
              <a:ext cx="544142" cy="544142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803" y="1"/>
            <a:ext cx="9028253" cy="68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5504"/>
            <a:ext cx="10515600" cy="540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2975-B289-4314-8493-37304AB31C48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si6050086" TargetMode="External"/><Relationship Id="rId2" Type="http://schemas.openxmlformats.org/officeDocument/2006/relationships/hyperlink" Target="https://doi.org/10.1007/s10639-023-11706-8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oi.org/10.1186/s40561-022-00192-z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665" y="1782445"/>
            <a:ext cx="8312785" cy="193675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3000" b="1" cap="all" dirty="0" smtClean="0"/>
              <a:t>Prediction of student performance</a:t>
            </a:r>
            <a:br>
              <a:rPr lang="en-US" sz="3000" b="1" cap="all" dirty="0" smtClean="0"/>
            </a:br>
            <a:r>
              <a:rPr lang="en-US" sz="3000" b="1" cap="all" dirty="0" smtClean="0"/>
              <a:t>based on machine learning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/>
          <p:cNvSpPr txBox="1">
            <a:spLocks noGrp="1"/>
          </p:cNvSpPr>
          <p:nvPr>
            <p:ph type="subTitle" idx="1"/>
          </p:nvPr>
        </p:nvSpPr>
        <p:spPr>
          <a:xfrm>
            <a:off x="153079" y="4829461"/>
            <a:ext cx="6620386" cy="1082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 smtClean="0"/>
              <a:t>Presenter</a:t>
            </a:r>
            <a:r>
              <a:rPr lang="en-US" dirty="0"/>
              <a:t>: </a:t>
            </a:r>
            <a:r>
              <a:rPr lang="en-US" dirty="0" err="1"/>
              <a:t>Thi</a:t>
            </a:r>
            <a:r>
              <a:rPr lang="en-US" dirty="0"/>
              <a:t>-Thu-</a:t>
            </a:r>
            <a:r>
              <a:rPr lang="en-US" dirty="0" err="1"/>
              <a:t>Linh</a:t>
            </a:r>
            <a:r>
              <a:rPr lang="en-US" dirty="0"/>
              <a:t> Doan</a:t>
            </a:r>
          </a:p>
          <a:p>
            <a:pPr>
              <a:lnSpc>
                <a:spcPct val="100000"/>
              </a:lnSpc>
            </a:pPr>
            <a:r>
              <a:rPr lang="en-US" dirty="0"/>
              <a:t>Supervisor</a:t>
            </a:r>
            <a:r>
              <a:rPr lang="en-US" dirty="0" smtClean="0"/>
              <a:t>: PGS.TS. Minh-Tien Nguyen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2</a:t>
            </a:fld>
            <a:endParaRPr lang="en-US" altLang="en-US" sz="140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513044" y="117192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Introduction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Related work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3.   Methodology</a:t>
            </a:r>
            <a:endParaRPr lang="en-US" dirty="0"/>
          </a:p>
          <a:p>
            <a:pPr lvl="1"/>
            <a:r>
              <a:rPr lang="en-US" dirty="0"/>
              <a:t>Data Collected</a:t>
            </a:r>
          </a:p>
          <a:p>
            <a:pPr lvl="1"/>
            <a:r>
              <a:rPr lang="en-US" dirty="0"/>
              <a:t>Data Preprocessing</a:t>
            </a:r>
          </a:p>
          <a:p>
            <a:pPr lvl="1"/>
            <a:r>
              <a:rPr lang="en-US" dirty="0"/>
              <a:t>EDA</a:t>
            </a:r>
          </a:p>
          <a:p>
            <a:pPr lvl="1"/>
            <a:r>
              <a:rPr lang="en-US" dirty="0"/>
              <a:t>Training model</a:t>
            </a:r>
          </a:p>
          <a:p>
            <a:pPr lvl="1"/>
            <a:r>
              <a:rPr lang="en-US" dirty="0"/>
              <a:t>Tuning</a:t>
            </a:r>
          </a:p>
          <a:p>
            <a:pPr lvl="1"/>
            <a:r>
              <a:rPr lang="en-US" dirty="0" smtClean="0"/>
              <a:t>Compare and Evaluate</a:t>
            </a:r>
          </a:p>
          <a:p>
            <a:pPr marL="0" indent="0">
              <a:buNone/>
            </a:pPr>
            <a:r>
              <a:rPr lang="en-US" dirty="0" smtClean="0"/>
              <a:t>4. Result </a:t>
            </a:r>
            <a:r>
              <a:rPr lang="en-US" dirty="0"/>
              <a:t>and </a:t>
            </a:r>
            <a:r>
              <a:rPr lang="en-US" dirty="0" smtClean="0"/>
              <a:t>Discussion</a:t>
            </a:r>
          </a:p>
          <a:p>
            <a:pPr marL="0" indent="0">
              <a:buNone/>
            </a:pPr>
            <a:r>
              <a:rPr lang="en-US" dirty="0" smtClean="0"/>
              <a:t>5. Conclusion</a:t>
            </a:r>
          </a:p>
          <a:p>
            <a:pPr marL="0" indent="0">
              <a:buNone/>
            </a:pPr>
            <a:r>
              <a:rPr lang="en-US" dirty="0" smtClean="0"/>
              <a:t>6. Reference</a:t>
            </a:r>
            <a:endParaRPr lang="en-US" dirty="0"/>
          </a:p>
          <a:p>
            <a:pPr algn="just"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3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5068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Classification: Pass/Fail</a:t>
            </a:r>
          </a:p>
          <a:p>
            <a:pPr lvl="1"/>
            <a:r>
              <a:rPr lang="en-US" dirty="0"/>
              <a:t>Model: KNN, LG, RF, SVM</a:t>
            </a:r>
          </a:p>
          <a:p>
            <a:pPr lvl="1"/>
            <a:r>
              <a:rPr lang="en-US" dirty="0"/>
              <a:t>Metric: F1-score, Recall, Precision</a:t>
            </a:r>
          </a:p>
          <a:p>
            <a:pPr lvl="1"/>
            <a:r>
              <a:rPr lang="en-US" dirty="0"/>
              <a:t>Demo: </a:t>
            </a:r>
            <a:r>
              <a:rPr lang="en-US" dirty="0" err="1"/>
              <a:t>Streamlit</a:t>
            </a:r>
            <a:endParaRPr lang="en-US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41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4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/>
              <a:t>Table 1 Summary of </a:t>
            </a:r>
            <a:r>
              <a:rPr lang="en-US" sz="2400" dirty="0" smtClean="0"/>
              <a:t>methods</a:t>
            </a:r>
            <a:r>
              <a:rPr lang="en-US" sz="2400" dirty="0"/>
              <a:t>, limitations and tasks solved in related </a:t>
            </a:r>
            <a:r>
              <a:rPr lang="en-US" sz="2400" dirty="0" smtClean="0"/>
              <a:t>articles</a:t>
            </a:r>
            <a:endParaRPr lang="en-US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021955"/>
              </p:ext>
            </p:extLst>
          </p:nvPr>
        </p:nvGraphicFramePr>
        <p:xfrm>
          <a:off x="1816320" y="2064893"/>
          <a:ext cx="8508306" cy="420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Document" r:id="rId3" imgW="5775685" imgH="2672146" progId="Word.Document.12">
                  <p:embed/>
                </p:oleObj>
              </mc:Choice>
              <mc:Fallback>
                <p:oleObj name="Document" r:id="rId3" imgW="5775685" imgH="26721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6320" y="2064893"/>
                        <a:ext cx="8508306" cy="4201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408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5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smtClean="0"/>
              <a:t>collected: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 1,2,3,4 </a:t>
            </a:r>
            <a:r>
              <a:rPr lang="en-US" dirty="0" err="1"/>
              <a:t>của</a:t>
            </a:r>
            <a:r>
              <a:rPr lang="en-US" dirty="0"/>
              <a:t> 03 </a:t>
            </a:r>
            <a:r>
              <a:rPr lang="en-US" dirty="0" err="1"/>
              <a:t>khóa</a:t>
            </a:r>
            <a:r>
              <a:rPr lang="en-US" dirty="0"/>
              <a:t> K21,K20,K19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, </a:t>
            </a:r>
            <a:r>
              <a:rPr lang="en-US" dirty="0" err="1"/>
              <a:t>khoa</a:t>
            </a:r>
            <a:r>
              <a:rPr lang="en-US" dirty="0"/>
              <a:t> CNTT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Data preprocessing: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ở </a:t>
            </a:r>
            <a:r>
              <a:rPr lang="en-US" dirty="0" err="1"/>
              <a:t>kì</a:t>
            </a:r>
            <a:r>
              <a:rPr lang="en-US" dirty="0"/>
              <a:t> 1,2,3 </a:t>
            </a:r>
            <a:r>
              <a:rPr lang="en-US" dirty="0" err="1"/>
              <a:t>làm</a:t>
            </a:r>
            <a:r>
              <a:rPr lang="en-US" dirty="0"/>
              <a:t> input (features)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ở </a:t>
            </a:r>
            <a:r>
              <a:rPr lang="en-US" dirty="0" err="1"/>
              <a:t>kì</a:t>
            </a:r>
            <a:r>
              <a:rPr lang="en-US" dirty="0"/>
              <a:t> 4 </a:t>
            </a:r>
            <a:r>
              <a:rPr lang="en-US" dirty="0" err="1"/>
              <a:t>làm</a:t>
            </a:r>
            <a:r>
              <a:rPr lang="en-US" dirty="0"/>
              <a:t> output </a:t>
            </a:r>
            <a:r>
              <a:rPr lang="en-US" dirty="0" err="1"/>
              <a:t>để</a:t>
            </a:r>
            <a:r>
              <a:rPr lang="en-US" dirty="0"/>
              <a:t> predict -&gt;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nhãn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Dataset </a:t>
            </a:r>
            <a:r>
              <a:rPr lang="en-US" dirty="0" err="1"/>
              <a:t>gồm</a:t>
            </a:r>
            <a:r>
              <a:rPr lang="en-US" dirty="0"/>
              <a:t>: 473 samples, 12 features, 6 targets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108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6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2500" y="892381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210" y="1609617"/>
            <a:ext cx="8112656" cy="502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6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7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036" y="755073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24" y="1351063"/>
            <a:ext cx="6257544" cy="542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8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8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948" y="892381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endParaRPr lang="en-US" alt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35" y="1810511"/>
            <a:ext cx="8901796" cy="441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9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2500" y="1085496"/>
            <a:ext cx="10474778" cy="5328526"/>
          </a:xfrm>
        </p:spPr>
        <p:txBody>
          <a:bodyPr>
            <a:normAutofit/>
          </a:bodyPr>
          <a:lstStyle/>
          <a:p>
            <a:r>
              <a:rPr lang="en-US" dirty="0"/>
              <a:t>Train/test split</a:t>
            </a:r>
          </a:p>
          <a:p>
            <a:pPr lvl="1"/>
            <a:r>
              <a:rPr lang="en-US" dirty="0"/>
              <a:t>Train set: 80</a:t>
            </a:r>
          </a:p>
          <a:p>
            <a:pPr lvl="1"/>
            <a:r>
              <a:rPr lang="en-US" dirty="0"/>
              <a:t>Test set: 20</a:t>
            </a:r>
          </a:p>
          <a:p>
            <a:r>
              <a:rPr lang="en-US" dirty="0"/>
              <a:t>Check missing value, </a:t>
            </a:r>
            <a:r>
              <a:rPr lang="en-US" dirty="0" err="1"/>
              <a:t>NaN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Median, </a:t>
            </a:r>
            <a:r>
              <a:rPr lang="en-US" dirty="0" err="1"/>
              <a:t>StandScaler</a:t>
            </a:r>
            <a:endParaRPr lang="en-US" dirty="0"/>
          </a:p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9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10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PROCESSING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948" y="956389"/>
            <a:ext cx="10474778" cy="5328526"/>
          </a:xfrm>
        </p:spPr>
        <p:txBody>
          <a:bodyPr>
            <a:normAutofit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Smote –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pass/fail</a:t>
            </a:r>
          </a:p>
          <a:p>
            <a:r>
              <a:rPr lang="en-US" dirty="0"/>
              <a:t>Feature selection</a:t>
            </a:r>
          </a:p>
          <a:p>
            <a:pPr lvl="1"/>
            <a:r>
              <a:rPr lang="en-US" dirty="0"/>
              <a:t>F-score: So </a:t>
            </a:r>
            <a:r>
              <a:rPr lang="en-US" dirty="0" err="1"/>
              <a:t>sánh</a:t>
            </a:r>
            <a:r>
              <a:rPr lang="en-US" dirty="0"/>
              <a:t> mean </a:t>
            </a:r>
            <a:r>
              <a:rPr lang="en-US" dirty="0" err="1"/>
              <a:t>của</a:t>
            </a:r>
            <a:r>
              <a:rPr lang="en-US" dirty="0"/>
              <a:t> feature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nhóm</a:t>
            </a:r>
            <a:r>
              <a:rPr lang="en-US" dirty="0"/>
              <a:t> (Fail vs Pass).</a:t>
            </a:r>
          </a:p>
          <a:p>
            <a:pPr lvl="1"/>
            <a:r>
              <a:rPr lang="en-US" dirty="0"/>
              <a:t>Mutual Information: </a:t>
            </a:r>
            <a:r>
              <a:rPr lang="vi-VN" dirty="0"/>
              <a:t>Đo lượng thông tin chung giữa feature X và nhãn Y.</a:t>
            </a:r>
            <a:endParaRPr lang="en-US" dirty="0"/>
          </a:p>
          <a:p>
            <a:pPr lvl="1"/>
            <a:r>
              <a:rPr lang="en-US" dirty="0"/>
              <a:t>RF Importance: </a:t>
            </a:r>
            <a:r>
              <a:rPr lang="vi-VN" dirty="0"/>
              <a:t>Trung bình mức độ giảm Gini impurity khi feature đó được dùng để split trong tất cả các cây.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12" y="3549158"/>
            <a:ext cx="9166903" cy="304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6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11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TRAINING MODEL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Baseline: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62737"/>
              </p:ext>
            </p:extLst>
          </p:nvPr>
        </p:nvGraphicFramePr>
        <p:xfrm>
          <a:off x="631916" y="2444529"/>
          <a:ext cx="10582874" cy="21031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05018">
                  <a:extLst>
                    <a:ext uri="{9D8B030D-6E8A-4147-A177-3AD203B41FA5}">
                      <a16:colId xmlns:a16="http://schemas.microsoft.com/office/drawing/2014/main" val="909007867"/>
                    </a:ext>
                  </a:extLst>
                </a:gridCol>
                <a:gridCol w="983306">
                  <a:extLst>
                    <a:ext uri="{9D8B030D-6E8A-4147-A177-3AD203B41FA5}">
                      <a16:colId xmlns:a16="http://schemas.microsoft.com/office/drawing/2014/main" val="1016290941"/>
                    </a:ext>
                  </a:extLst>
                </a:gridCol>
                <a:gridCol w="983960">
                  <a:extLst>
                    <a:ext uri="{9D8B030D-6E8A-4147-A177-3AD203B41FA5}">
                      <a16:colId xmlns:a16="http://schemas.microsoft.com/office/drawing/2014/main" val="25182993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38380399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1026877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60255254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303208526"/>
                    </a:ext>
                  </a:extLst>
                </a:gridCol>
                <a:gridCol w="827750">
                  <a:extLst>
                    <a:ext uri="{9D8B030D-6E8A-4147-A177-3AD203B41FA5}">
                      <a16:colId xmlns:a16="http://schemas.microsoft.com/office/drawing/2014/main" val="65392706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3971295214"/>
                    </a:ext>
                  </a:extLst>
                </a:gridCol>
                <a:gridCol w="868462">
                  <a:extLst>
                    <a:ext uri="{9D8B030D-6E8A-4147-A177-3AD203B41FA5}">
                      <a16:colId xmlns:a16="http://schemas.microsoft.com/office/drawing/2014/main" val="6485505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598265389"/>
                    </a:ext>
                  </a:extLst>
                </a:gridCol>
                <a:gridCol w="1300190">
                  <a:extLst>
                    <a:ext uri="{9D8B030D-6E8A-4147-A177-3AD203B41FA5}">
                      <a16:colId xmlns:a16="http://schemas.microsoft.com/office/drawing/2014/main" val="325328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Mo </a:t>
                      </a:r>
                      <a:r>
                        <a:rPr lang="en-US" dirty="0" err="1">
                          <a:effectLst/>
                        </a:rPr>
                        <a:t>hinh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Features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>
                          <a:effectLst/>
                        </a:rPr>
                        <a:t>Acc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>
                          <a:effectLst/>
                        </a:rPr>
                        <a:t>Pre_m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>
                          <a:effectLst/>
                        </a:rPr>
                        <a:t>Rec_m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F1_m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Recall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>
                          <a:effectLst/>
                        </a:rPr>
                        <a:t>Pre_w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err="1" smtClean="0">
                          <a:effectLst/>
                        </a:rPr>
                        <a:t>Rec_w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F1-w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Log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15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LR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0.4247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1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 smtClean="0">
                          <a:effectLst/>
                        </a:rPr>
                        <a:t>RF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0.6936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0.7895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0.4578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84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SVM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0.7789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0.6669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0.6844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0.6875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0.7990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0.4354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806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KNN</a:t>
                      </a:r>
                      <a:endParaRPr lang="en-US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0.6947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0.6399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0.7417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0.6290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0.8125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0.8432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0.6947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0.7326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0.5087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33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12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TRAINING MODEL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900" y="816243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352583"/>
            <a:ext cx="7720293" cy="532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5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13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DF6CBD4-A523-9E6A-AAF1-6A4468296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916" y="80616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F858B9-983B-952F-0296-8F0CC1B3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8804" y="952680"/>
            <a:ext cx="10474778" cy="53285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so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metric F1-score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model: 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01748" y="1864277"/>
            <a:ext cx="6736821" cy="467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8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1D64-7B97-1586-2589-8F0748B3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D0A0731D-36C3-C7C6-4370-C5D8ED58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12D7E3-E12C-46AD-95DA-2B3BA076F846}" type="slidenum">
              <a:rPr lang="en-US" altLang="en-US" sz="1400"/>
              <a:t>14</a:t>
            </a:fld>
            <a:endParaRPr lang="en-US" altLang="en-US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DA87D5-C507-2B3E-6CD2-0BD29DF41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144624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4599"/>
              </p:ext>
            </p:extLst>
          </p:nvPr>
        </p:nvGraphicFramePr>
        <p:xfrm>
          <a:off x="609600" y="922968"/>
          <a:ext cx="10515600" cy="5561842"/>
        </p:xfrm>
        <a:graphic>
          <a:graphicData uri="http://schemas.openxmlformats.org/drawingml/2006/table">
            <a:tbl>
              <a:tblPr/>
              <a:tblGrid>
                <a:gridCol w="515112">
                  <a:extLst>
                    <a:ext uri="{9D8B030D-6E8A-4147-A177-3AD203B41FA5}">
                      <a16:colId xmlns:a16="http://schemas.microsoft.com/office/drawing/2014/main" val="1486438311"/>
                    </a:ext>
                  </a:extLst>
                </a:gridCol>
                <a:gridCol w="10000488">
                  <a:extLst>
                    <a:ext uri="{9D8B030D-6E8A-4147-A177-3AD203B41FA5}">
                      <a16:colId xmlns:a16="http://schemas.microsoft.com/office/drawing/2014/main" val="44227241"/>
                    </a:ext>
                  </a:extLst>
                </a:gridCol>
              </a:tblGrid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Al-Shanableh, N., Alzyoud, M. S., Khalil, A., Benlamine, M., Kraidia, I., Damrah, S., &amp; Tabakhi, A. M. (2026). Forecasting students' academic performance in educational data using machine learning techniques.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International Journal of Information and Communication Technology Education (IJICTE)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22(1), 1–23.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46353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Duch, D., May, M., &amp; George, S. (2026). Enhancing predictive analytics for students’ performance in Moodle: Insight from an empirical study.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Journal of Data Science and Intelligent Systems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4(1), 84–96.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633288"/>
                  </a:ext>
                </a:extLst>
              </a:tr>
              <a:tr h="2242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Misinem, M., et al. (2024). Leveraging data analytics for student grade prediction: A comparative study of data features.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Journal of Applied Data Sciences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5(4), 2025–2038.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19630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Nayak, P., Vaheed, S., Gupta, S., &amp; Mohan, N. (2023). Predicting students’ academic performance by mining educational data through machine learning-based classification models. </a:t>
                      </a: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Education and Information Technologies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28(11), 14611–14637. </a:t>
                      </a:r>
                      <a:r>
                        <a:rPr lang="en-US" sz="1600" u="sng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2"/>
                        </a:rPr>
                        <a:t>https://doi.org/10.1007/s10639-023-11706-8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244140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Nachouki, M., Mohamed, E. A., Mehdi, R., &amp; Abou Naaj, M. (2023). Student course grade prediction using the random forest algorithm: Analysis of predictors' importance. Trends in Neuroscience and Education, 33, 100214.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034707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Syed Mustapha, S.M.F.D. Predictive Analysis of Students’ Learning Performance Using Data Mining Techniques: A Comparative Study of Feature Selection Methods. Appl. Syst. Innov. 2023, 6, 86. </a:t>
                      </a:r>
                      <a:r>
                        <a:rPr lang="en-US" sz="1600" u="sng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https://doi.org/10.3390/asi6050086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014875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[7]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Batool, S., Rashid, J., Nisar, M. W., Kim, J., Kwon, H. Y., &amp; Hussain, A. (2023). Educational data mining to predict students' academic performance: A survey study. Education and Information Technologies, 28(1), 905-971.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820914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Yağcı, M. Educational data mining: prediction of students' academic performance using machine learning algorithms. Smart Learn. Environ. 9, 11 (2022). </a:t>
                      </a:r>
                      <a:r>
                        <a:rPr lang="en-US" sz="1600" u="sng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https://doi.org/10.1186/s40561-022-00192-z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45337"/>
                  </a:ext>
                </a:extLst>
              </a:tr>
              <a:tr h="44842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[9]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Nabil,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Aya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Mohammed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Seyam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and Ahmed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Abou-Elfetouh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"Prediction of students’ academic performance based on courses’ grades using deep neural networks."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Access 9 (2021): 140731-140746.</a:t>
                      </a:r>
                      <a:endParaRPr lang="en-US" sz="1600" dirty="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523667"/>
                  </a:ext>
                </a:extLst>
              </a:tr>
              <a:tr h="39524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US" sz="160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254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Vivek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Raj, S. N., and S. K.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Manivannan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"Predicting student failure in university examination using machine learning algorithms." forest 84.66.14 (2020): 0-24.</a:t>
                      </a:r>
                      <a:endParaRPr lang="en-US" sz="1600" dirty="0">
                        <a:effectLst/>
                        <a:latin typeface="Linux Libertine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540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020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06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813</Words>
  <Application>Microsoft Office PowerPoint</Application>
  <PresentationFormat>Widescreen</PresentationFormat>
  <Paragraphs>151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Linux Libertine</vt:lpstr>
      <vt:lpstr>Times New Roman</vt:lpstr>
      <vt:lpstr>Verdana</vt:lpstr>
      <vt:lpstr>Wingdings</vt:lpstr>
      <vt:lpstr>Office Theme</vt:lpstr>
      <vt:lpstr>Microsoft Word Document</vt:lpstr>
      <vt:lpstr>Prediction of student performance based on machine learning</vt:lpstr>
      <vt:lpstr>OUTLINE</vt:lpstr>
      <vt:lpstr>INTRODUCTION</vt:lpstr>
      <vt:lpstr>RELATED WORK</vt:lpstr>
      <vt:lpstr>METHODOLOGY</vt:lpstr>
      <vt:lpstr>EDA</vt:lpstr>
      <vt:lpstr>EDA</vt:lpstr>
      <vt:lpstr>EDA</vt:lpstr>
      <vt:lpstr>DATA PROCESSING</vt:lpstr>
      <vt:lpstr>DATA PROCESSING</vt:lpstr>
      <vt:lpstr>TRAINING MODEL</vt:lpstr>
      <vt:lpstr>TRAINING MODEL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 Ba</dc:creator>
  <cp:lastModifiedBy>PC</cp:lastModifiedBy>
  <cp:revision>52</cp:revision>
  <cp:lastPrinted>2023-12-27T01:57:00Z</cp:lastPrinted>
  <dcterms:created xsi:type="dcterms:W3CDTF">2023-08-08T03:48:00Z</dcterms:created>
  <dcterms:modified xsi:type="dcterms:W3CDTF">2026-05-18T12:34:00Z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2023-08-08T11:43:03Z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036899f8-ac9f-429d-84d0-69e9dd6bdae5</vt:lpwstr>
  </property>
  <property fmtid="{D5CDD505-2E9C-101B-9397-08002B2CF9AE}" pid="7" name="MSIP_Label_defa4170-0d19-0005-0004-bc88714345d2_ActionId">
    <vt:lpwstr>ee72a353-f99c-4256-a44c-0f8ac51b33fe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3249E10EE9B044FEAC96AF5C948BAE9E_12</vt:lpwstr>
  </property>
  <property fmtid="{D5CDD505-2E9C-101B-9397-08002B2CF9AE}" pid="10" name="KSOProductBuildVer">
    <vt:lpwstr>1033-12.2.0.22549</vt:lpwstr>
  </property>
</Properties>
</file>