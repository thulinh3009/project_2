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83" r:id="rId2"/>
    <p:sldId id="444" r:id="rId3"/>
    <p:sldId id="445" r:id="rId4"/>
    <p:sldId id="471" r:id="rId5"/>
    <p:sldId id="472" r:id="rId6"/>
    <p:sldId id="446" r:id="rId7"/>
    <p:sldId id="447" r:id="rId8"/>
    <p:sldId id="448" r:id="rId9"/>
    <p:sldId id="449" r:id="rId10"/>
    <p:sldId id="450" r:id="rId11"/>
    <p:sldId id="452" r:id="rId12"/>
    <p:sldId id="453" r:id="rId13"/>
    <p:sldId id="454" r:id="rId14"/>
    <p:sldId id="455" r:id="rId15"/>
    <p:sldId id="466" r:id="rId16"/>
    <p:sldId id="467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8000"/>
    <a:srgbClr val="0000CC"/>
    <a:srgbClr val="009900"/>
    <a:srgbClr val="FF9900"/>
    <a:srgbClr val="CC3399"/>
    <a:srgbClr val="FF66CC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7" autoAdjust="0"/>
    <p:restoredTop sz="94291" autoAdjust="0"/>
  </p:normalViewPr>
  <p:slideViewPr>
    <p:cSldViewPr>
      <p:cViewPr>
        <p:scale>
          <a:sx n="50" d="100"/>
          <a:sy n="50" d="100"/>
        </p:scale>
        <p:origin x="2362" y="6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96221D-5A41-4E4B-B273-B46A145C070D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74780-AD20-4C27-8BFF-11517CFD8E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0919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5A7CD3-BC72-4EE1-A161-1AE0A46D452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162A40-4696-434D-804E-F7DFBF114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746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1"/>
            <a:ext cx="9144000" cy="533400"/>
          </a:xfrm>
        </p:spPr>
        <p:txBody>
          <a:bodyPr>
            <a:noAutofit/>
          </a:bodyPr>
          <a:lstStyle>
            <a:lvl1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lang="en-US"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NHẬP TÊN HỌC PHẦN VÀO ĐÂY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F3982-4CC6-4EC4-85EF-7B204C519F33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Khoa Công nghệ Thông tin - UTEHY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32468-D4D3-45A6-A508-7622D5375F4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6E09E4-ADF4-4EA6-8B8C-CA21351A02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424" y="3524250"/>
            <a:ext cx="1581150" cy="15811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64925B-5719-4519-92F7-55CCFD892B03}"/>
              </a:ext>
            </a:extLst>
          </p:cNvPr>
          <p:cNvSpPr txBox="1"/>
          <p:nvPr userDrawn="1"/>
        </p:nvSpPr>
        <p:spPr>
          <a:xfrm>
            <a:off x="1894664" y="5232737"/>
            <a:ext cx="53546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Bộ môn Công nghệ Phần mềm,</a:t>
            </a:r>
            <a:b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Khoa Công nghệ Thông tin,</a:t>
            </a:r>
            <a:b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Trường Đại học Sư phạm Kỹ thuật Hưng Yên</a:t>
            </a: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0A020463-26BC-4DBC-92CD-F3ACA184C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1303165"/>
            <a:ext cx="8229600" cy="2030585"/>
          </a:xfrm>
        </p:spPr>
        <p:txBody>
          <a:bodyPr>
            <a:normAutofit/>
          </a:bodyPr>
          <a:lstStyle>
            <a:lvl1pPr marL="0" indent="0" algn="ctr">
              <a:buNone/>
              <a:defRPr lang="en-US" sz="3000" b="1" kern="12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NHẬP TÊN BÀI HỌC VÀO ĐÂY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344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/>
          <a:lstStyle>
            <a:lvl1pPr marL="384048" indent="-384048">
              <a:spcBef>
                <a:spcPts val="1200"/>
              </a:spcBef>
              <a:spcAft>
                <a:spcPts val="1200"/>
              </a:spcAft>
              <a:buSzPct val="120000"/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8575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>
              <a:spcBef>
                <a:spcPts val="300"/>
              </a:spcBef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88720">
              <a:spcBef>
                <a:spcPts val="300"/>
              </a:spcBef>
              <a:spcAft>
                <a:spcPts val="300"/>
              </a:spcAft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>
              <a:spcBef>
                <a:spcPts val="300"/>
              </a:spcBef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AF3A6CE-5EDE-40F8-B1DF-6AE9C3C97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297"/>
            <a:ext cx="8229600" cy="609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C7C7203-DFBE-426B-B53A-522A85990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52012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202ABA-0031-4D61-A041-186C665429FE}" type="datetime1">
              <a:rPr lang="en-US" smtClean="0"/>
              <a:t>5/18/2026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0D5C5C3-B81B-4D3A-B0A0-1BAFAE1C1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52012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Khoa Công nghệ Thông tin - UTEHY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2ED4DDF-D4D5-4036-A339-5B9B164A53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52012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E32468-D4D3-45A6-A508-7622D5375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614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62001"/>
            <a:ext cx="8229600" cy="6095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8229600" cy="4495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FA409-E11A-495A-A001-855AF0C56DDB}" type="datetime1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Khoa Công nghệ Thông tin - UTEHY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32468-D4D3-45A6-A508-7622D5375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08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6372B-C7F7-454A-A4C3-A39283F948ED}" type="datetime1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Khoa Công nghệ Thông tin - UTEHY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32468-D4D3-45A6-A508-7622D5375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32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30860"/>
            <a:ext cx="4038600" cy="509530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30858"/>
            <a:ext cx="4038600" cy="509530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4B93D-8755-4A37-9F34-302EED5C8A26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Khoa Công nghệ Thông tin - UTEHY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32468-D4D3-45A6-A508-7622D5375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62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ACC4-E7CD-4981-BD20-5D1B4CB63074}" type="datetime1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Khoa Công nghệ Thông tin - UTEHY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32468-D4D3-45A6-A508-7622D5375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35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297"/>
            <a:ext cx="8229600" cy="609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66800"/>
            <a:ext cx="82296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2012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202ABA-0031-4D61-A041-186C665429FE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2012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Khoa Công nghệ Thông tin - UTEHY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2012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E32468-D4D3-45A6-A508-7622D5375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03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2" r:id="rId5"/>
    <p:sldLayoutId id="2147483655" r:id="rId6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84048" indent="-384048" algn="l" defTabSz="914400" rtl="0" eaLnBrk="1" latinLnBrk="0" hangingPunct="1">
        <a:spcBef>
          <a:spcPts val="1200"/>
        </a:spcBef>
        <a:spcAft>
          <a:spcPts val="1200"/>
        </a:spcAft>
        <a:buSzPct val="12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85750" algn="l" defTabSz="914400" rtl="0" eaLnBrk="1" latinLnBrk="0" hangingPunct="1"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-228600" algn="l" defTabSz="914400" rtl="0" eaLnBrk="1" latinLnBrk="0" hangingPunct="1">
        <a:spcBef>
          <a:spcPts val="300"/>
        </a:spcBef>
        <a:spcAft>
          <a:spcPts val="300"/>
        </a:spcAft>
        <a:buSzPct val="120000"/>
        <a:buFont typeface="Arial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188720" indent="-228600" algn="l" defTabSz="914400" rtl="0" eaLnBrk="1" latinLnBrk="0" hangingPunct="1">
        <a:spcBef>
          <a:spcPts val="300"/>
        </a:spcBef>
        <a:spcAft>
          <a:spcPts val="300"/>
        </a:spcAft>
        <a:buFont typeface="Arial" pitchFamily="34" charset="0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-228600" algn="l" defTabSz="914400" rtl="0" eaLnBrk="1" latinLnBrk="0" hangingPunct="1">
        <a:spcBef>
          <a:spcPts val="300"/>
        </a:spcBef>
        <a:spcAft>
          <a:spcPts val="300"/>
        </a:spcAft>
        <a:buFont typeface="Arial" pitchFamily="34" charset="0"/>
        <a:buChar char="»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15F3D6-8B6F-4D5C-9840-E127623B8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b="1" dirty="0" smtClean="0"/>
              <a:t>PROJECT 2</a:t>
            </a:r>
            <a:endParaRPr lang="en-US" sz="2800" b="1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A15DA7-BE83-44C6-909E-4FA273F52A7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FA6372B-C7F7-454A-A4C3-A39283F948ED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2226A1-BD39-4730-BA2C-2EEFC4836E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E32468-D4D3-45A6-A508-7622D5375F4E}" type="slidenum">
              <a:rPr lang="en-US" smtClean="0"/>
              <a:t>1</a:t>
            </a:fld>
            <a:endParaRPr lang="en-US"/>
          </a:p>
        </p:txBody>
      </p:sp>
      <p:sp>
        <p:nvSpPr>
          <p:cNvPr id="8" name="Subtitle 8"/>
          <p:cNvSpPr txBox="1">
            <a:spLocks/>
          </p:cNvSpPr>
          <p:nvPr/>
        </p:nvSpPr>
        <p:spPr>
          <a:xfrm>
            <a:off x="533400" y="1981200"/>
            <a:ext cx="8346332" cy="2069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spcBef>
                <a:spcPts val="1200"/>
              </a:spcBef>
              <a:spcAft>
                <a:spcPts val="1200"/>
              </a:spcAft>
              <a:buSzPct val="12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8575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ts val="300"/>
              </a:spcBef>
              <a:spcAft>
                <a:spcPts val="300"/>
              </a:spcAft>
              <a:buSzPct val="12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88720" indent="-228600" algn="l" defTabSz="914400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-228600" algn="l" defTabSz="914400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smtClean="0">
                <a:solidFill>
                  <a:schemeClr val="accent1">
                    <a:lumMod val="75000"/>
                  </a:schemeClr>
                </a:solidFill>
              </a:rPr>
              <a:t>PREDICTION OF STUDENT PERFORMANCE BASED ON MACHINE LEARNING </a:t>
            </a:r>
            <a:endParaRPr 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71800" y="4495800"/>
            <a:ext cx="426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 smtClean="0"/>
              <a:t>Presenter</a:t>
            </a:r>
            <a:r>
              <a:rPr lang="en-US" b="1" dirty="0"/>
              <a:t>: </a:t>
            </a:r>
            <a:r>
              <a:rPr lang="en-US" b="1" dirty="0" err="1"/>
              <a:t>Thi</a:t>
            </a:r>
            <a:r>
              <a:rPr lang="en-US" b="1" dirty="0"/>
              <a:t>-Thu-</a:t>
            </a:r>
            <a:r>
              <a:rPr lang="en-US" b="1" dirty="0" err="1"/>
              <a:t>Linh</a:t>
            </a:r>
            <a:r>
              <a:rPr lang="en-US" b="1" dirty="0"/>
              <a:t> Doan</a:t>
            </a:r>
          </a:p>
          <a:p>
            <a:pPr>
              <a:lnSpc>
                <a:spcPct val="200000"/>
              </a:lnSpc>
            </a:pPr>
            <a:r>
              <a:rPr lang="en-US" b="1" dirty="0"/>
              <a:t>Supervisor</a:t>
            </a:r>
            <a:r>
              <a:rPr lang="en-US" b="1" dirty="0" smtClean="0"/>
              <a:t>: PGS.TS. Minh-Tien Nguyen</a:t>
            </a:r>
          </a:p>
        </p:txBody>
      </p:sp>
    </p:spTree>
    <p:extLst>
      <p:ext uri="{BB962C8B-B14F-4D97-AF65-F5344CB8AC3E}">
        <p14:creationId xmlns:p14="http://schemas.microsoft.com/office/powerpoint/2010/main" val="3893750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Methodology</a:t>
            </a:r>
          </a:p>
          <a:p>
            <a:pPr lvl="1"/>
            <a:r>
              <a:rPr lang="en-US" dirty="0" smtClean="0"/>
              <a:t>Data Collected</a:t>
            </a:r>
          </a:p>
          <a:p>
            <a:pPr lvl="1"/>
            <a:r>
              <a:rPr lang="en-US" dirty="0" smtClean="0"/>
              <a:t>Data Preprocessing</a:t>
            </a:r>
          </a:p>
          <a:p>
            <a:pPr lvl="1"/>
            <a:r>
              <a:rPr lang="en-US" dirty="0" smtClean="0"/>
              <a:t>EDA</a:t>
            </a:r>
          </a:p>
          <a:p>
            <a:pPr lvl="1"/>
            <a:r>
              <a:rPr lang="en-US" dirty="0" smtClean="0"/>
              <a:t>Training model</a:t>
            </a:r>
          </a:p>
          <a:p>
            <a:pPr lvl="1"/>
            <a:r>
              <a:rPr lang="en-US" dirty="0" smtClean="0"/>
              <a:t>Tuning</a:t>
            </a:r>
          </a:p>
          <a:p>
            <a:pPr lvl="1"/>
            <a:r>
              <a:rPr lang="en-US" dirty="0" smtClean="0"/>
              <a:t>Compare and Evaluate</a:t>
            </a:r>
          </a:p>
          <a:p>
            <a:r>
              <a:rPr lang="en-US" dirty="0" smtClean="0"/>
              <a:t>Result and Discussion</a:t>
            </a:r>
          </a:p>
          <a:p>
            <a:r>
              <a:rPr lang="en-US" dirty="0" smtClean="0"/>
              <a:t>Reference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D202ABA-0031-4D61-A041-186C665429FE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Khoa Công nghệ Thông tin - UTEHY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E32468-D4D3-45A6-A508-7622D5375F4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5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/>
              <a:t>: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 smtClean="0"/>
              <a:t>Classification: Pass/Fail</a:t>
            </a:r>
          </a:p>
          <a:p>
            <a:pPr lvl="1"/>
            <a:r>
              <a:rPr lang="en-US" dirty="0" smtClean="0"/>
              <a:t>Model: KNN, LG, RF, SVM</a:t>
            </a:r>
          </a:p>
          <a:p>
            <a:pPr lvl="1"/>
            <a:r>
              <a:rPr lang="en-US" dirty="0" smtClean="0"/>
              <a:t>Metric: F1-score, Recall, Precision</a:t>
            </a:r>
          </a:p>
          <a:p>
            <a:pPr lvl="1"/>
            <a:r>
              <a:rPr lang="en-US" dirty="0" smtClean="0"/>
              <a:t>Demo: </a:t>
            </a:r>
            <a:r>
              <a:rPr lang="en-US" dirty="0" err="1" smtClean="0"/>
              <a:t>Streamlit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D202ABA-0031-4D61-A041-186C665429FE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Khoa Công nghệ Thông tin - UTEHY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E32468-D4D3-45A6-A508-7622D5375F4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050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7712" y="987711"/>
            <a:ext cx="5792288" cy="518160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D202ABA-0031-4D61-A041-186C665429FE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Khoa Công nghệ Thông tin - UTEHY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E32468-D4D3-45A6-A508-7622D5375F4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62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D202ABA-0031-4D61-A041-186C665429FE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Khoa Công nghệ Thông tin - UTEHY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E32468-D4D3-45A6-A508-7622D5375F4E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990600"/>
            <a:ext cx="5715000" cy="521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046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Data collected</a:t>
            </a:r>
          </a:p>
          <a:p>
            <a:pPr lvl="1"/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thu</a:t>
            </a:r>
            <a:r>
              <a:rPr lang="en-US" dirty="0" smtClean="0"/>
              <a:t> </a:t>
            </a:r>
            <a:r>
              <a:rPr lang="en-US" dirty="0" err="1" smtClean="0"/>
              <a:t>thập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kì</a:t>
            </a:r>
            <a:r>
              <a:rPr lang="en-US" dirty="0" smtClean="0"/>
              <a:t> 1,2,3,4 </a:t>
            </a:r>
            <a:r>
              <a:rPr lang="en-US" dirty="0" err="1" smtClean="0"/>
              <a:t>của</a:t>
            </a:r>
            <a:r>
              <a:rPr lang="en-US" dirty="0" smtClean="0"/>
              <a:t> 03 </a:t>
            </a:r>
            <a:r>
              <a:rPr lang="en-US" dirty="0" err="1" smtClean="0"/>
              <a:t>khóa</a:t>
            </a:r>
            <a:r>
              <a:rPr lang="en-US" dirty="0" smtClean="0"/>
              <a:t> K21,K20,K19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ngành</a:t>
            </a:r>
            <a:r>
              <a:rPr lang="en-US" dirty="0" smtClean="0"/>
              <a:t> </a:t>
            </a:r>
            <a:r>
              <a:rPr lang="en-US" dirty="0" err="1" smtClean="0"/>
              <a:t>Kỹ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mềm</a:t>
            </a:r>
            <a:r>
              <a:rPr lang="en-US" dirty="0" smtClean="0"/>
              <a:t>, </a:t>
            </a:r>
            <a:r>
              <a:rPr lang="en-US" dirty="0" err="1" smtClean="0"/>
              <a:t>khoa</a:t>
            </a:r>
            <a:r>
              <a:rPr lang="en-US" dirty="0" smtClean="0"/>
              <a:t> CNTT</a:t>
            </a:r>
          </a:p>
          <a:p>
            <a:r>
              <a:rPr lang="en-US" dirty="0" smtClean="0"/>
              <a:t>Data preprocessing:</a:t>
            </a:r>
          </a:p>
          <a:p>
            <a:pPr lvl="1"/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chung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 ở </a:t>
            </a:r>
            <a:r>
              <a:rPr lang="en-US" dirty="0" err="1" smtClean="0"/>
              <a:t>kì</a:t>
            </a:r>
            <a:r>
              <a:rPr lang="en-US" dirty="0" smtClean="0"/>
              <a:t> 1,2,3 </a:t>
            </a:r>
            <a:r>
              <a:rPr lang="en-US" dirty="0" err="1" smtClean="0"/>
              <a:t>làm</a:t>
            </a:r>
            <a:r>
              <a:rPr lang="en-US" dirty="0" smtClean="0"/>
              <a:t> input (features)</a:t>
            </a:r>
          </a:p>
          <a:p>
            <a:pPr lvl="1"/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chung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 ở </a:t>
            </a:r>
            <a:r>
              <a:rPr lang="en-US" dirty="0" err="1" smtClean="0"/>
              <a:t>kì</a:t>
            </a:r>
            <a:r>
              <a:rPr lang="en-US" dirty="0" smtClean="0"/>
              <a:t> 4 </a:t>
            </a:r>
            <a:r>
              <a:rPr lang="en-US" dirty="0" err="1" smtClean="0"/>
              <a:t>làm</a:t>
            </a:r>
            <a:r>
              <a:rPr lang="en-US" dirty="0" smtClean="0"/>
              <a:t> output </a:t>
            </a:r>
            <a:r>
              <a:rPr lang="en-US" dirty="0" err="1" smtClean="0"/>
              <a:t>để</a:t>
            </a:r>
            <a:r>
              <a:rPr lang="en-US" dirty="0" smtClean="0"/>
              <a:t> predict -&gt; </a:t>
            </a:r>
            <a:r>
              <a:rPr lang="en-US" dirty="0" err="1" smtClean="0"/>
              <a:t>gán</a:t>
            </a:r>
            <a:r>
              <a:rPr lang="en-US" dirty="0" smtClean="0"/>
              <a:t> </a:t>
            </a:r>
            <a:r>
              <a:rPr lang="en-US" dirty="0" err="1" smtClean="0"/>
              <a:t>nhãn</a:t>
            </a:r>
            <a:endParaRPr lang="en-US" dirty="0" smtClean="0"/>
          </a:p>
          <a:p>
            <a:pPr lvl="1"/>
            <a:r>
              <a:rPr lang="en-US" dirty="0" smtClean="0"/>
              <a:t>Dataset </a:t>
            </a:r>
            <a:r>
              <a:rPr lang="en-US" dirty="0" err="1" smtClean="0"/>
              <a:t>gồm</a:t>
            </a:r>
            <a:r>
              <a:rPr lang="en-US" dirty="0" smtClean="0"/>
              <a:t>: 473 samples, 12 features, 6 targets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D202ABA-0031-4D61-A041-186C665429FE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Khoa Công nghệ Thông tin - UTEHY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E32468-D4D3-45A6-A508-7622D5375F4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021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phối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D202ABA-0031-4D61-A041-186C665429FE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Khoa Công nghệ Thông tin - UTEHY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E32468-D4D3-45A6-A508-7622D5375F4E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980" y="2057400"/>
            <a:ext cx="5654040" cy="350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877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 </a:t>
            </a:r>
            <a:r>
              <a:rPr lang="en-US" dirty="0" err="1" smtClean="0"/>
              <a:t>trận</a:t>
            </a:r>
            <a:r>
              <a:rPr lang="en-US" dirty="0" smtClean="0"/>
              <a:t> </a:t>
            </a: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D202ABA-0031-4D61-A041-186C665429FE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Khoa Công nghệ Thông tin - UTEHY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E32468-D4D3-45A6-A508-7622D5375F4E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616843"/>
            <a:ext cx="5495925" cy="476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065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bố</a:t>
            </a:r>
            <a:r>
              <a:rPr lang="en-US" dirty="0" smtClean="0"/>
              <a:t> </a:t>
            </a:r>
            <a:r>
              <a:rPr lang="en-US" dirty="0" err="1" smtClean="0"/>
              <a:t>nhãn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D202ABA-0031-4D61-A041-186C665429FE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Khoa Công nghệ Thông tin - UTEHY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E32468-D4D3-45A6-A508-7622D5375F4E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643" y="2286000"/>
            <a:ext cx="6462713" cy="320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3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Train/test split</a:t>
            </a:r>
          </a:p>
          <a:p>
            <a:pPr lvl="1"/>
            <a:r>
              <a:rPr lang="en-US" dirty="0" smtClean="0"/>
              <a:t>Train set: 80</a:t>
            </a:r>
          </a:p>
          <a:p>
            <a:pPr lvl="1"/>
            <a:r>
              <a:rPr lang="en-US" dirty="0" smtClean="0"/>
              <a:t>Test set: 20</a:t>
            </a:r>
          </a:p>
          <a:p>
            <a:r>
              <a:rPr lang="en-US" dirty="0" smtClean="0"/>
              <a:t>Check missing value, </a:t>
            </a:r>
            <a:r>
              <a:rPr lang="en-US" dirty="0" err="1" smtClean="0"/>
              <a:t>NaN</a:t>
            </a:r>
            <a:endParaRPr lang="en-US" dirty="0" smtClean="0"/>
          </a:p>
          <a:p>
            <a:pPr lvl="1"/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Median, </a:t>
            </a:r>
            <a:r>
              <a:rPr lang="en-US" dirty="0" err="1" smtClean="0"/>
              <a:t>StandScaler</a:t>
            </a:r>
            <a:endParaRPr lang="en-US" dirty="0" smtClean="0"/>
          </a:p>
          <a:p>
            <a:r>
              <a:rPr lang="en-US" dirty="0" smtClean="0"/>
              <a:t>So </a:t>
            </a:r>
            <a:r>
              <a:rPr lang="en-US" dirty="0" err="1" smtClean="0"/>
              <a:t>sánh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tiền</a:t>
            </a:r>
            <a:r>
              <a:rPr lang="en-US" dirty="0" smtClean="0"/>
              <a:t> </a:t>
            </a: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DL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</a:t>
            </a:r>
            <a:r>
              <a:rPr lang="en-US" dirty="0" err="1" smtClean="0"/>
              <a:t>proprecessing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D202ABA-0031-4D61-A041-186C665429FE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Khoa Công nghệ Thông tin - UTEHY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E32468-D4D3-45A6-A508-7622D5375F4E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258" y="4572000"/>
            <a:ext cx="7411484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24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181600"/>
          </a:xfrm>
        </p:spPr>
        <p:txBody>
          <a:bodyPr/>
          <a:lstStyle/>
          <a:p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Smote – </a:t>
            </a:r>
            <a:r>
              <a:rPr lang="en-US" dirty="0" err="1" smtClean="0"/>
              <a:t>cân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pass/fail</a:t>
            </a:r>
          </a:p>
          <a:p>
            <a:r>
              <a:rPr lang="en-US" dirty="0"/>
              <a:t>Feature </a:t>
            </a:r>
            <a:r>
              <a:rPr lang="en-US" dirty="0" smtClean="0"/>
              <a:t>selection</a:t>
            </a:r>
          </a:p>
          <a:p>
            <a:pPr lvl="1"/>
            <a:r>
              <a:rPr lang="en-US" dirty="0" smtClean="0"/>
              <a:t>F-score: </a:t>
            </a:r>
            <a:r>
              <a:rPr lang="en-US" dirty="0"/>
              <a:t>So </a:t>
            </a:r>
            <a:r>
              <a:rPr lang="en-US" dirty="0" err="1"/>
              <a:t>sánh</a:t>
            </a:r>
            <a:r>
              <a:rPr lang="en-US" dirty="0"/>
              <a:t> mean </a:t>
            </a:r>
            <a:r>
              <a:rPr lang="en-US" dirty="0" err="1"/>
              <a:t>của</a:t>
            </a:r>
            <a:r>
              <a:rPr lang="en-US" dirty="0"/>
              <a:t> feature </a:t>
            </a:r>
            <a:r>
              <a:rPr lang="en-US" dirty="0" err="1"/>
              <a:t>giữa</a:t>
            </a:r>
            <a:r>
              <a:rPr lang="en-US" dirty="0"/>
              <a:t> 2 </a:t>
            </a:r>
            <a:r>
              <a:rPr lang="en-US" dirty="0" err="1"/>
              <a:t>nhóm</a:t>
            </a:r>
            <a:r>
              <a:rPr lang="en-US" dirty="0"/>
              <a:t> (Fail vs Pass</a:t>
            </a:r>
            <a:r>
              <a:rPr lang="en-US" dirty="0" smtClean="0"/>
              <a:t>).</a:t>
            </a:r>
          </a:p>
          <a:p>
            <a:pPr lvl="1"/>
            <a:r>
              <a:rPr lang="en-US" dirty="0"/>
              <a:t>Mutual </a:t>
            </a:r>
            <a:r>
              <a:rPr lang="en-US" dirty="0" smtClean="0"/>
              <a:t>Information: </a:t>
            </a:r>
            <a:r>
              <a:rPr lang="vi-VN" dirty="0" smtClean="0"/>
              <a:t>Đo </a:t>
            </a:r>
            <a:r>
              <a:rPr lang="vi-VN" dirty="0"/>
              <a:t>lượng thông tin chung giữa feature X và nhãn Y</a:t>
            </a:r>
            <a:r>
              <a:rPr lang="vi-VN" dirty="0" smtClean="0"/>
              <a:t>.</a:t>
            </a:r>
            <a:endParaRPr lang="en-US" dirty="0" smtClean="0"/>
          </a:p>
          <a:p>
            <a:pPr lvl="1"/>
            <a:r>
              <a:rPr lang="en-US" dirty="0"/>
              <a:t>RF </a:t>
            </a:r>
            <a:r>
              <a:rPr lang="en-US" dirty="0" smtClean="0"/>
              <a:t>Importance: </a:t>
            </a:r>
            <a:r>
              <a:rPr lang="vi-VN" dirty="0"/>
              <a:t>Trung bình mức độ giảm Gini impurity khi feature đó được dùng để split trong tất cả các cây.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preprocessing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D202ABA-0031-4D61-A041-186C665429FE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Khoa Công nghệ Thông tin - UTEHY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E32468-D4D3-45A6-A508-7622D5375F4E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962400"/>
            <a:ext cx="7247456" cy="240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095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Baseline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Traning</a:t>
            </a:r>
            <a:r>
              <a:rPr lang="en-US" dirty="0" smtClean="0"/>
              <a:t> Model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D202ABA-0031-4D61-A041-186C665429FE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Khoa Công nghệ Thông tin - UTEHY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E32468-D4D3-45A6-A508-7622D5375F4E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77" y="2246684"/>
            <a:ext cx="8844846" cy="141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813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Tuning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Training Model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D202ABA-0031-4D61-A041-186C665429FE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Khoa Công nghệ Thông tin - UTEHY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E32468-D4D3-45A6-A508-7622D5375F4E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14" y="2129383"/>
            <a:ext cx="8406571" cy="151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276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D202ABA-0031-4D61-A041-186C665429FE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Khoa Công nghệ Thông tin - UTEHY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E32468-D4D3-45A6-A508-7622D5375F4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908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D202ABA-0031-4D61-A041-186C665429FE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Khoa Công nghệ Thông tin - UTEHY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E32468-D4D3-45A6-A508-7622D5375F4E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655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D202ABA-0031-4D61-A041-186C665429FE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Khoa Công nghệ Thông tin - UTEHY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E32468-D4D3-45A6-A508-7622D5375F4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70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9048</TotalTime>
  <Words>370</Words>
  <Application>Microsoft Office PowerPoint</Application>
  <PresentationFormat>On-screen Show (4:3)</PresentationFormat>
  <Paragraphs>107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Courier New</vt:lpstr>
      <vt:lpstr>Wingdings</vt:lpstr>
      <vt:lpstr>Office Theme</vt:lpstr>
      <vt:lpstr>PROJECT 2</vt:lpstr>
      <vt:lpstr>Contents</vt:lpstr>
      <vt:lpstr>Introduction</vt:lpstr>
      <vt:lpstr>Methodology</vt:lpstr>
      <vt:lpstr>Methodology</vt:lpstr>
      <vt:lpstr>Methodology</vt:lpstr>
      <vt:lpstr>EDA</vt:lpstr>
      <vt:lpstr>EDA</vt:lpstr>
      <vt:lpstr>EDA</vt:lpstr>
      <vt:lpstr>Data proprecessing</vt:lpstr>
      <vt:lpstr>Data preprocessing</vt:lpstr>
      <vt:lpstr>Traning Model</vt:lpstr>
      <vt:lpstr>Training Model</vt:lpstr>
      <vt:lpstr>Evaluation</vt:lpstr>
      <vt:lpstr>Evaluation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QHADMIN</dc:creator>
  <cp:keywords>Slide 01 - Tong quan ve Ngon ngu lap trinh</cp:keywords>
  <cp:lastModifiedBy>PC</cp:lastModifiedBy>
  <cp:revision>831</cp:revision>
  <dcterms:created xsi:type="dcterms:W3CDTF">2011-01-09T04:46:30Z</dcterms:created>
  <dcterms:modified xsi:type="dcterms:W3CDTF">2026-05-18T05:24:31Z</dcterms:modified>
</cp:coreProperties>
</file>